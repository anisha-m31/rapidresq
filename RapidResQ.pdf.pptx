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80700" cy="6019800"/>
  <p:notesSz cx="6858000" cy="9144000"/>
  <p:embeddedFontLst>
    <p:embeddedFont>
      <p:font typeface="IBM Plex Sans" charset="1" panose="020B0503050203000203"/>
      <p:regular r:id="rId16"/>
    </p:embeddedFont>
    <p:embeddedFont>
      <p:font typeface="IBM Plex Sans Italics" charset="1" panose="020B0503050203000203"/>
      <p:regular r:id="rId17"/>
    </p:embeddedFont>
    <p:embeddedFont>
      <p:font typeface="Robot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7.png" Type="http://schemas.openxmlformats.org/officeDocument/2006/relationships/image"/><Relationship Id="rId17" Target="../media/image14.png" Type="http://schemas.openxmlformats.org/officeDocument/2006/relationships/image"/><Relationship Id="rId18" Target="../media/image37.png" Type="http://schemas.openxmlformats.org/officeDocument/2006/relationships/image"/><Relationship Id="rId19" Target="../media/image38.svg" Type="http://schemas.openxmlformats.org/officeDocument/2006/relationships/image"/><Relationship Id="rId2" Target="../media/image23.jpeg" Type="http://schemas.openxmlformats.org/officeDocument/2006/relationships/image"/><Relationship Id="rId20" Target="../media/image39.png" Type="http://schemas.openxmlformats.org/officeDocument/2006/relationships/image"/><Relationship Id="rId21" Target="../media/image40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17.png" Type="http://schemas.openxmlformats.org/officeDocument/2006/relationships/image"/><Relationship Id="rId15" Target="../media/image51.png" Type="http://schemas.openxmlformats.org/officeDocument/2006/relationships/image"/><Relationship Id="rId16" Target="../media/image52.svg" Type="http://schemas.openxmlformats.org/officeDocument/2006/relationships/image"/><Relationship Id="rId17" Target="../media/image53.png" Type="http://schemas.openxmlformats.org/officeDocument/2006/relationships/image"/><Relationship Id="rId18" Target="../media/image54.svg" Type="http://schemas.openxmlformats.org/officeDocument/2006/relationships/image"/><Relationship Id="rId19" Target="../media/image55.png" Type="http://schemas.openxmlformats.org/officeDocument/2006/relationships/image"/><Relationship Id="rId2" Target="../media/image23.jpeg" Type="http://schemas.openxmlformats.org/officeDocument/2006/relationships/image"/><Relationship Id="rId20" Target="../media/image26.png" Type="http://schemas.openxmlformats.org/officeDocument/2006/relationships/image"/><Relationship Id="rId21" Target="../media/image56.png" Type="http://schemas.openxmlformats.org/officeDocument/2006/relationships/image"/><Relationship Id="rId22" Target="../media/image57.sv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14.pn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svg" Type="http://schemas.openxmlformats.org/officeDocument/2006/relationships/image"/><Relationship Id="rId11" Target="../media/image64.png" Type="http://schemas.openxmlformats.org/officeDocument/2006/relationships/image"/><Relationship Id="rId12" Target="../media/image20.png" Type="http://schemas.openxmlformats.org/officeDocument/2006/relationships/image"/><Relationship Id="rId13" Target="../media/image65.png" Type="http://schemas.openxmlformats.org/officeDocument/2006/relationships/image"/><Relationship Id="rId14" Target="../media/image66.svg" Type="http://schemas.openxmlformats.org/officeDocument/2006/relationships/image"/><Relationship Id="rId15" Target="../media/image67.png" Type="http://schemas.openxmlformats.org/officeDocument/2006/relationships/image"/><Relationship Id="rId2" Target="../media/image23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17.pn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1.jpe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svg" Type="http://schemas.openxmlformats.org/officeDocument/2006/relationships/image"/><Relationship Id="rId12" Target="../media/image77.png" Type="http://schemas.openxmlformats.org/officeDocument/2006/relationships/image"/><Relationship Id="rId13" Target="../media/image78.svg" Type="http://schemas.openxmlformats.org/officeDocument/2006/relationships/image"/><Relationship Id="rId14" Target="../media/image26.png" Type="http://schemas.openxmlformats.org/officeDocument/2006/relationships/image"/><Relationship Id="rId15" Target="../media/image79.png" Type="http://schemas.openxmlformats.org/officeDocument/2006/relationships/image"/><Relationship Id="rId16" Target="../media/image55.png" Type="http://schemas.openxmlformats.org/officeDocument/2006/relationships/image"/><Relationship Id="rId17" Target="../media/image17.png" Type="http://schemas.openxmlformats.org/officeDocument/2006/relationships/image"/><Relationship Id="rId18" Target="../media/image47.png" Type="http://schemas.openxmlformats.org/officeDocument/2006/relationships/image"/><Relationship Id="rId19" Target="../media/image80.png" Type="http://schemas.openxmlformats.org/officeDocument/2006/relationships/image"/><Relationship Id="rId2" Target="../media/image23.jpeg" Type="http://schemas.openxmlformats.org/officeDocument/2006/relationships/image"/><Relationship Id="rId20" Target="../media/image81.sv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20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14" Target="../media/image91.svg" Type="http://schemas.openxmlformats.org/officeDocument/2006/relationships/image"/><Relationship Id="rId2" Target="../media/image23.jpeg" Type="http://schemas.openxmlformats.org/officeDocument/2006/relationships/image"/><Relationship Id="rId3" Target="../media/image82.png" Type="http://schemas.openxmlformats.org/officeDocument/2006/relationships/image"/><Relationship Id="rId4" Target="../media/image83.sv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png" Type="http://schemas.openxmlformats.org/officeDocument/2006/relationships/image"/><Relationship Id="rId11" Target="../media/image100.svg" Type="http://schemas.openxmlformats.org/officeDocument/2006/relationships/image"/><Relationship Id="rId2" Target="../media/image8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94.pn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media/image97.png" Type="http://schemas.openxmlformats.org/officeDocument/2006/relationships/image"/><Relationship Id="rId9" Target="../media/image9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55.png" Type="http://schemas.openxmlformats.org/officeDocument/2006/relationships/image"/><Relationship Id="rId12" Target="../media/image36.png" Type="http://schemas.openxmlformats.org/officeDocument/2006/relationships/image"/><Relationship Id="rId13" Target="../media/image14.png" Type="http://schemas.openxmlformats.org/officeDocument/2006/relationships/image"/><Relationship Id="rId14" Target="../media/image109.png" Type="http://schemas.openxmlformats.org/officeDocument/2006/relationships/image"/><Relationship Id="rId15" Target="../media/image110.svg" Type="http://schemas.openxmlformats.org/officeDocument/2006/relationships/image"/><Relationship Id="rId2" Target="../media/image23.jpeg" Type="http://schemas.openxmlformats.org/officeDocument/2006/relationships/image"/><Relationship Id="rId3" Target="../media/image101.png" Type="http://schemas.openxmlformats.org/officeDocument/2006/relationships/image"/><Relationship Id="rId4" Target="../media/image102.sv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svg" Type="http://schemas.openxmlformats.org/officeDocument/2006/relationships/image"/><Relationship Id="rId8" Target="../media/image106.png" Type="http://schemas.openxmlformats.org/officeDocument/2006/relationships/image"/><Relationship Id="rId9" Target="../media/image10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111.png" Type="http://schemas.openxmlformats.org/officeDocument/2006/relationships/image"/><Relationship Id="rId5" Target="../media/image1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170" t="0" r="-2217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63489" y="537048"/>
            <a:ext cx="2566416" cy="2566416"/>
            <a:chOff x="0" y="0"/>
            <a:chExt cx="3421888" cy="34218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21888" cy="3421888"/>
            </a:xfrm>
            <a:custGeom>
              <a:avLst/>
              <a:gdLst/>
              <a:ahLst/>
              <a:cxnLst/>
              <a:rect r="r" b="b" t="t" l="l"/>
              <a:pathLst>
                <a:path h="3421888" w="3421888">
                  <a:moveTo>
                    <a:pt x="0" y="0"/>
                  </a:moveTo>
                  <a:lnTo>
                    <a:pt x="3421888" y="0"/>
                  </a:lnTo>
                  <a:lnTo>
                    <a:pt x="3421888" y="3421888"/>
                  </a:lnTo>
                  <a:lnTo>
                    <a:pt x="0" y="3421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98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78104"/>
            <a:ext cx="10693403" cy="2792168"/>
            <a:chOff x="0" y="0"/>
            <a:chExt cx="14257871" cy="37228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57910" cy="3722878"/>
            </a:xfrm>
            <a:custGeom>
              <a:avLst/>
              <a:gdLst/>
              <a:ahLst/>
              <a:cxnLst/>
              <a:rect r="r" b="b" t="t" l="l"/>
              <a:pathLst>
                <a:path h="3722878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3722878"/>
                  </a:lnTo>
                  <a:lnTo>
                    <a:pt x="0" y="3722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30" t="0" r="-17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97572" y="741978"/>
            <a:ext cx="5008074" cy="2025806"/>
            <a:chOff x="0" y="0"/>
            <a:chExt cx="6677431" cy="27010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77406" cy="2701036"/>
            </a:xfrm>
            <a:custGeom>
              <a:avLst/>
              <a:gdLst/>
              <a:ahLst/>
              <a:cxnLst/>
              <a:rect r="r" b="b" t="t" l="l"/>
              <a:pathLst>
                <a:path h="2701036" w="6677406">
                  <a:moveTo>
                    <a:pt x="0" y="0"/>
                  </a:moveTo>
                  <a:lnTo>
                    <a:pt x="6677406" y="0"/>
                  </a:lnTo>
                  <a:lnTo>
                    <a:pt x="6677406" y="2701036"/>
                  </a:lnTo>
                  <a:lnTo>
                    <a:pt x="0" y="2701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691515"/>
            <a:ext cx="10693403" cy="2792168"/>
            <a:chOff x="0" y="0"/>
            <a:chExt cx="14257871" cy="37228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57910" cy="3722878"/>
            </a:xfrm>
            <a:custGeom>
              <a:avLst/>
              <a:gdLst/>
              <a:ahLst/>
              <a:cxnLst/>
              <a:rect r="r" b="b" t="t" l="l"/>
              <a:pathLst>
                <a:path h="3722878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3722878"/>
                  </a:lnTo>
                  <a:lnTo>
                    <a:pt x="0" y="3722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55" t="0" r="-2555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5348" y="4690015"/>
            <a:ext cx="1959731" cy="783460"/>
            <a:chOff x="0" y="0"/>
            <a:chExt cx="1959724" cy="783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0866" y="70865"/>
              <a:ext cx="1817873" cy="641599"/>
            </a:xfrm>
            <a:custGeom>
              <a:avLst/>
              <a:gdLst/>
              <a:ahLst/>
              <a:cxnLst/>
              <a:rect r="r" b="b" t="t" l="l"/>
              <a:pathLst>
                <a:path h="641599" w="1817873">
                  <a:moveTo>
                    <a:pt x="0" y="0"/>
                  </a:moveTo>
                  <a:lnTo>
                    <a:pt x="1817872" y="0"/>
                  </a:lnTo>
                  <a:lnTo>
                    <a:pt x="1817872" y="641600"/>
                  </a:lnTo>
                  <a:lnTo>
                    <a:pt x="0" y="64160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832605" cy="656331"/>
            </a:xfrm>
            <a:custGeom>
              <a:avLst/>
              <a:gdLst/>
              <a:ahLst/>
              <a:cxnLst/>
              <a:rect r="r" b="b" t="t" l="l"/>
              <a:pathLst>
                <a:path h="656331" w="1832605">
                  <a:moveTo>
                    <a:pt x="7366" y="0"/>
                  </a:moveTo>
                  <a:lnTo>
                    <a:pt x="1825238" y="0"/>
                  </a:lnTo>
                  <a:cubicBezTo>
                    <a:pt x="1829302" y="0"/>
                    <a:pt x="1832604" y="3302"/>
                    <a:pt x="1832604" y="7365"/>
                  </a:cubicBezTo>
                  <a:lnTo>
                    <a:pt x="1832604" y="648965"/>
                  </a:lnTo>
                  <a:cubicBezTo>
                    <a:pt x="1832604" y="653029"/>
                    <a:pt x="1829302" y="656331"/>
                    <a:pt x="1825238" y="656331"/>
                  </a:cubicBezTo>
                  <a:lnTo>
                    <a:pt x="7366" y="656331"/>
                  </a:lnTo>
                  <a:cubicBezTo>
                    <a:pt x="3302" y="656331"/>
                    <a:pt x="0" y="653029"/>
                    <a:pt x="0" y="648965"/>
                  </a:cubicBezTo>
                  <a:lnTo>
                    <a:pt x="0" y="7365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8"/>
                  </a:moveTo>
                  <a:lnTo>
                    <a:pt x="7366" y="7365"/>
                  </a:lnTo>
                  <a:lnTo>
                    <a:pt x="14732" y="7365"/>
                  </a:lnTo>
                  <a:lnTo>
                    <a:pt x="14732" y="648965"/>
                  </a:lnTo>
                  <a:lnTo>
                    <a:pt x="7366" y="648965"/>
                  </a:lnTo>
                  <a:lnTo>
                    <a:pt x="7366" y="641599"/>
                  </a:lnTo>
                  <a:lnTo>
                    <a:pt x="1825238" y="641599"/>
                  </a:lnTo>
                  <a:lnTo>
                    <a:pt x="1825238" y="648965"/>
                  </a:lnTo>
                  <a:lnTo>
                    <a:pt x="1817872" y="648965"/>
                  </a:lnTo>
                  <a:lnTo>
                    <a:pt x="1817872" y="7365"/>
                  </a:lnTo>
                  <a:lnTo>
                    <a:pt x="1825238" y="7365"/>
                  </a:lnTo>
                  <a:lnTo>
                    <a:pt x="1825238" y="14731"/>
                  </a:lnTo>
                  <a:lnTo>
                    <a:pt x="7366" y="1473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244024" y="4690015"/>
            <a:ext cx="1959731" cy="783460"/>
            <a:chOff x="0" y="0"/>
            <a:chExt cx="1959724" cy="783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0866" y="70865"/>
              <a:ext cx="1817873" cy="641599"/>
            </a:xfrm>
            <a:custGeom>
              <a:avLst/>
              <a:gdLst/>
              <a:ahLst/>
              <a:cxnLst/>
              <a:rect r="r" b="b" t="t" l="l"/>
              <a:pathLst>
                <a:path h="641599" w="1817873">
                  <a:moveTo>
                    <a:pt x="0" y="0"/>
                  </a:moveTo>
                  <a:lnTo>
                    <a:pt x="1817872" y="0"/>
                  </a:lnTo>
                  <a:lnTo>
                    <a:pt x="1817872" y="641600"/>
                  </a:lnTo>
                  <a:lnTo>
                    <a:pt x="0" y="64160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1832605" cy="656331"/>
            </a:xfrm>
            <a:custGeom>
              <a:avLst/>
              <a:gdLst/>
              <a:ahLst/>
              <a:cxnLst/>
              <a:rect r="r" b="b" t="t" l="l"/>
              <a:pathLst>
                <a:path h="656331" w="1832605">
                  <a:moveTo>
                    <a:pt x="7366" y="0"/>
                  </a:moveTo>
                  <a:lnTo>
                    <a:pt x="1825238" y="0"/>
                  </a:lnTo>
                  <a:cubicBezTo>
                    <a:pt x="1829302" y="0"/>
                    <a:pt x="1832604" y="3302"/>
                    <a:pt x="1832604" y="7365"/>
                  </a:cubicBezTo>
                  <a:lnTo>
                    <a:pt x="1832604" y="648965"/>
                  </a:lnTo>
                  <a:cubicBezTo>
                    <a:pt x="1832604" y="653029"/>
                    <a:pt x="1829302" y="656331"/>
                    <a:pt x="1825238" y="656331"/>
                  </a:cubicBezTo>
                  <a:lnTo>
                    <a:pt x="7366" y="656331"/>
                  </a:lnTo>
                  <a:cubicBezTo>
                    <a:pt x="3302" y="656331"/>
                    <a:pt x="0" y="653029"/>
                    <a:pt x="0" y="648965"/>
                  </a:cubicBezTo>
                  <a:lnTo>
                    <a:pt x="0" y="7365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8"/>
                  </a:moveTo>
                  <a:lnTo>
                    <a:pt x="7366" y="7365"/>
                  </a:lnTo>
                  <a:lnTo>
                    <a:pt x="14732" y="7365"/>
                  </a:lnTo>
                  <a:lnTo>
                    <a:pt x="14732" y="648965"/>
                  </a:lnTo>
                  <a:lnTo>
                    <a:pt x="7366" y="648965"/>
                  </a:lnTo>
                  <a:lnTo>
                    <a:pt x="7366" y="641599"/>
                  </a:lnTo>
                  <a:lnTo>
                    <a:pt x="1825238" y="641599"/>
                  </a:lnTo>
                  <a:lnTo>
                    <a:pt x="1825238" y="648965"/>
                  </a:lnTo>
                  <a:lnTo>
                    <a:pt x="1817872" y="648965"/>
                  </a:lnTo>
                  <a:lnTo>
                    <a:pt x="1817872" y="7365"/>
                  </a:lnTo>
                  <a:lnTo>
                    <a:pt x="1825238" y="7365"/>
                  </a:lnTo>
                  <a:lnTo>
                    <a:pt x="1825238" y="14731"/>
                  </a:lnTo>
                  <a:lnTo>
                    <a:pt x="7366" y="1473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742687" y="4065870"/>
            <a:ext cx="3208020" cy="42777"/>
            <a:chOff x="0" y="0"/>
            <a:chExt cx="3208020" cy="427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08020" cy="42799"/>
            </a:xfrm>
            <a:custGeom>
              <a:avLst/>
              <a:gdLst/>
              <a:ahLst/>
              <a:cxnLst/>
              <a:rect r="r" b="b" t="t" l="l"/>
              <a:pathLst>
                <a:path h="42799" w="3208020">
                  <a:moveTo>
                    <a:pt x="0" y="0"/>
                  </a:moveTo>
                  <a:lnTo>
                    <a:pt x="3208020" y="0"/>
                  </a:lnTo>
                  <a:lnTo>
                    <a:pt x="3208020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82711" y="4690015"/>
            <a:ext cx="1959731" cy="783460"/>
            <a:chOff x="0" y="0"/>
            <a:chExt cx="1959724" cy="783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0866" y="70865"/>
              <a:ext cx="1817873" cy="641599"/>
            </a:xfrm>
            <a:custGeom>
              <a:avLst/>
              <a:gdLst/>
              <a:ahLst/>
              <a:cxnLst/>
              <a:rect r="r" b="b" t="t" l="l"/>
              <a:pathLst>
                <a:path h="641599" w="1817873">
                  <a:moveTo>
                    <a:pt x="0" y="0"/>
                  </a:moveTo>
                  <a:lnTo>
                    <a:pt x="1817873" y="0"/>
                  </a:lnTo>
                  <a:lnTo>
                    <a:pt x="1817873" y="641600"/>
                  </a:lnTo>
                  <a:lnTo>
                    <a:pt x="0" y="64160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1832605" cy="656331"/>
            </a:xfrm>
            <a:custGeom>
              <a:avLst/>
              <a:gdLst/>
              <a:ahLst/>
              <a:cxnLst/>
              <a:rect r="r" b="b" t="t" l="l"/>
              <a:pathLst>
                <a:path h="656331" w="1832605">
                  <a:moveTo>
                    <a:pt x="7366" y="0"/>
                  </a:moveTo>
                  <a:lnTo>
                    <a:pt x="1825239" y="0"/>
                  </a:lnTo>
                  <a:cubicBezTo>
                    <a:pt x="1829303" y="0"/>
                    <a:pt x="1832605" y="3302"/>
                    <a:pt x="1832605" y="7365"/>
                  </a:cubicBezTo>
                  <a:lnTo>
                    <a:pt x="1832605" y="648965"/>
                  </a:lnTo>
                  <a:cubicBezTo>
                    <a:pt x="1832605" y="653029"/>
                    <a:pt x="1829303" y="656331"/>
                    <a:pt x="1825239" y="656331"/>
                  </a:cubicBezTo>
                  <a:lnTo>
                    <a:pt x="7366" y="656331"/>
                  </a:lnTo>
                  <a:cubicBezTo>
                    <a:pt x="3302" y="656331"/>
                    <a:pt x="0" y="653029"/>
                    <a:pt x="0" y="648965"/>
                  </a:cubicBezTo>
                  <a:lnTo>
                    <a:pt x="0" y="7365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8"/>
                  </a:moveTo>
                  <a:lnTo>
                    <a:pt x="7366" y="7365"/>
                  </a:lnTo>
                  <a:lnTo>
                    <a:pt x="14732" y="7365"/>
                  </a:lnTo>
                  <a:lnTo>
                    <a:pt x="14732" y="648965"/>
                  </a:lnTo>
                  <a:lnTo>
                    <a:pt x="7366" y="648965"/>
                  </a:lnTo>
                  <a:lnTo>
                    <a:pt x="7366" y="641599"/>
                  </a:lnTo>
                  <a:lnTo>
                    <a:pt x="1825239" y="641599"/>
                  </a:lnTo>
                  <a:lnTo>
                    <a:pt x="1825239" y="648965"/>
                  </a:lnTo>
                  <a:lnTo>
                    <a:pt x="1817873" y="648965"/>
                  </a:lnTo>
                  <a:lnTo>
                    <a:pt x="1817873" y="7365"/>
                  </a:lnTo>
                  <a:lnTo>
                    <a:pt x="1825239" y="7365"/>
                  </a:lnTo>
                  <a:lnTo>
                    <a:pt x="1825239" y="14731"/>
                  </a:lnTo>
                  <a:lnTo>
                    <a:pt x="7366" y="1473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3420532" y="1675448"/>
            <a:ext cx="3888629" cy="897674"/>
          </a:xfrm>
          <a:custGeom>
            <a:avLst/>
            <a:gdLst/>
            <a:ahLst/>
            <a:cxnLst/>
            <a:rect r="r" b="b" t="t" l="l"/>
            <a:pathLst>
              <a:path h="897674" w="3888629">
                <a:moveTo>
                  <a:pt x="0" y="0"/>
                </a:moveTo>
                <a:lnTo>
                  <a:pt x="3888629" y="0"/>
                </a:lnTo>
                <a:lnTo>
                  <a:pt x="3888629" y="897674"/>
                </a:lnTo>
                <a:lnTo>
                  <a:pt x="0" y="897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521388" y="4690015"/>
            <a:ext cx="1959731" cy="783460"/>
            <a:chOff x="0" y="0"/>
            <a:chExt cx="1959724" cy="7834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70866" y="70865"/>
              <a:ext cx="1817873" cy="641599"/>
            </a:xfrm>
            <a:custGeom>
              <a:avLst/>
              <a:gdLst/>
              <a:ahLst/>
              <a:cxnLst/>
              <a:rect r="r" b="b" t="t" l="l"/>
              <a:pathLst>
                <a:path h="641599" w="1817873">
                  <a:moveTo>
                    <a:pt x="0" y="0"/>
                  </a:moveTo>
                  <a:lnTo>
                    <a:pt x="1817873" y="0"/>
                  </a:lnTo>
                  <a:lnTo>
                    <a:pt x="1817873" y="641600"/>
                  </a:lnTo>
                  <a:lnTo>
                    <a:pt x="0" y="64160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1832605" cy="656331"/>
            </a:xfrm>
            <a:custGeom>
              <a:avLst/>
              <a:gdLst/>
              <a:ahLst/>
              <a:cxnLst/>
              <a:rect r="r" b="b" t="t" l="l"/>
              <a:pathLst>
                <a:path h="656331" w="1832605">
                  <a:moveTo>
                    <a:pt x="7366" y="0"/>
                  </a:moveTo>
                  <a:lnTo>
                    <a:pt x="1825239" y="0"/>
                  </a:lnTo>
                  <a:cubicBezTo>
                    <a:pt x="1829303" y="0"/>
                    <a:pt x="1832605" y="3302"/>
                    <a:pt x="1832605" y="7365"/>
                  </a:cubicBezTo>
                  <a:lnTo>
                    <a:pt x="1832605" y="648965"/>
                  </a:lnTo>
                  <a:cubicBezTo>
                    <a:pt x="1832605" y="653029"/>
                    <a:pt x="1829303" y="656331"/>
                    <a:pt x="1825239" y="656331"/>
                  </a:cubicBezTo>
                  <a:lnTo>
                    <a:pt x="7366" y="656331"/>
                  </a:lnTo>
                  <a:cubicBezTo>
                    <a:pt x="3302" y="656331"/>
                    <a:pt x="0" y="653029"/>
                    <a:pt x="0" y="648965"/>
                  </a:cubicBezTo>
                  <a:lnTo>
                    <a:pt x="0" y="7365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8"/>
                  </a:moveTo>
                  <a:lnTo>
                    <a:pt x="7366" y="7365"/>
                  </a:lnTo>
                  <a:lnTo>
                    <a:pt x="14732" y="7365"/>
                  </a:lnTo>
                  <a:lnTo>
                    <a:pt x="14732" y="648965"/>
                  </a:lnTo>
                  <a:lnTo>
                    <a:pt x="7366" y="648965"/>
                  </a:lnTo>
                  <a:lnTo>
                    <a:pt x="7366" y="641599"/>
                  </a:lnTo>
                  <a:lnTo>
                    <a:pt x="1825239" y="641599"/>
                  </a:lnTo>
                  <a:lnTo>
                    <a:pt x="1825239" y="648965"/>
                  </a:lnTo>
                  <a:lnTo>
                    <a:pt x="1817873" y="648965"/>
                  </a:lnTo>
                  <a:lnTo>
                    <a:pt x="1817873" y="7365"/>
                  </a:lnTo>
                  <a:lnTo>
                    <a:pt x="1825239" y="7365"/>
                  </a:lnTo>
                  <a:lnTo>
                    <a:pt x="1825239" y="14731"/>
                  </a:lnTo>
                  <a:lnTo>
                    <a:pt x="7366" y="1473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20802" y="5135213"/>
            <a:ext cx="481203" cy="481203"/>
            <a:chOff x="0" y="0"/>
            <a:chExt cx="641604" cy="6416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1604" cy="641604"/>
            </a:xfrm>
            <a:custGeom>
              <a:avLst/>
              <a:gdLst/>
              <a:ahLst/>
              <a:cxnLst/>
              <a:rect r="r" b="b" t="t" l="l"/>
              <a:pathLst>
                <a:path h="641604" w="641604">
                  <a:moveTo>
                    <a:pt x="0" y="0"/>
                  </a:moveTo>
                  <a:lnTo>
                    <a:pt x="641604" y="0"/>
                  </a:lnTo>
                  <a:lnTo>
                    <a:pt x="641604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347923" y="2009499"/>
            <a:ext cx="4195886" cy="1114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7"/>
              </a:lnSpc>
            </a:pPr>
            <a:r>
              <a:rPr lang="en-US" sz="6315" spc="-8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RapidResQ </a:t>
            </a:r>
          </a:p>
          <a:p>
            <a:pPr algn="r">
              <a:lnSpc>
                <a:spcPts val="4821"/>
              </a:lnSpc>
            </a:pPr>
            <a:r>
              <a:rPr lang="en-US" sz="1928" i="true" spc="-27">
                <a:solidFill>
                  <a:srgbClr val="FF6D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"Instant Detection. Immediate Action." 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27291" y="3486702"/>
            <a:ext cx="6805298" cy="27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520" spc="-15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AI-Powered Accident Detection &amp; Emergency Response Coordination System 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92714" y="4350077"/>
            <a:ext cx="1779708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447">
                <a:solidFill>
                  <a:srgbClr val="00E5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MEMBERS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29826" y="4958353"/>
            <a:ext cx="495776" cy="2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286" spc="-2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Anisha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822887" y="4958353"/>
            <a:ext cx="859384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1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Chidambar 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65539" y="4958353"/>
            <a:ext cx="662445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1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Shivaraj 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15601" y="4958353"/>
            <a:ext cx="420062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1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Ay an  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7739" y="836466"/>
            <a:ext cx="2673353" cy="42777"/>
            <a:chOff x="0" y="0"/>
            <a:chExt cx="2673350" cy="4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73350" cy="42799"/>
            </a:xfrm>
            <a:custGeom>
              <a:avLst/>
              <a:gdLst/>
              <a:ahLst/>
              <a:cxnLst/>
              <a:rect r="r" b="b" t="t" l="l"/>
              <a:pathLst>
                <a:path h="42799" w="2673350">
                  <a:moveTo>
                    <a:pt x="0" y="0"/>
                  </a:moveTo>
                  <a:lnTo>
                    <a:pt x="2673350" y="0"/>
                  </a:lnTo>
                  <a:lnTo>
                    <a:pt x="2673350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3101" y="1638691"/>
            <a:ext cx="5282108" cy="1592885"/>
            <a:chOff x="0" y="0"/>
            <a:chExt cx="5282108" cy="15928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4676" y="74676"/>
              <a:ext cx="5132830" cy="1443607"/>
            </a:xfrm>
            <a:custGeom>
              <a:avLst/>
              <a:gdLst/>
              <a:ahLst/>
              <a:cxnLst/>
              <a:rect r="r" b="b" t="t" l="l"/>
              <a:pathLst>
                <a:path h="1443607" w="5132830">
                  <a:moveTo>
                    <a:pt x="0" y="0"/>
                  </a:moveTo>
                  <a:lnTo>
                    <a:pt x="5132830" y="0"/>
                  </a:lnTo>
                  <a:lnTo>
                    <a:pt x="5132830" y="1443607"/>
                  </a:lnTo>
                  <a:lnTo>
                    <a:pt x="0" y="1443607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5155182" cy="1465959"/>
            </a:xfrm>
            <a:custGeom>
              <a:avLst/>
              <a:gdLst/>
              <a:ahLst/>
              <a:cxnLst/>
              <a:rect r="r" b="b" t="t" l="l"/>
              <a:pathLst>
                <a:path h="1465959" w="5155182">
                  <a:moveTo>
                    <a:pt x="11176" y="0"/>
                  </a:moveTo>
                  <a:lnTo>
                    <a:pt x="5144006" y="0"/>
                  </a:lnTo>
                  <a:cubicBezTo>
                    <a:pt x="5150102" y="0"/>
                    <a:pt x="5155182" y="4953"/>
                    <a:pt x="5155182" y="11176"/>
                  </a:cubicBezTo>
                  <a:lnTo>
                    <a:pt x="5155182" y="1454783"/>
                  </a:lnTo>
                  <a:cubicBezTo>
                    <a:pt x="5155182" y="1460879"/>
                    <a:pt x="5150229" y="1465959"/>
                    <a:pt x="5144006" y="1465959"/>
                  </a:cubicBezTo>
                  <a:lnTo>
                    <a:pt x="11176" y="1465959"/>
                  </a:lnTo>
                  <a:cubicBezTo>
                    <a:pt x="5080" y="1465959"/>
                    <a:pt x="0" y="1461006"/>
                    <a:pt x="0" y="1454783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454783"/>
                  </a:lnTo>
                  <a:lnTo>
                    <a:pt x="11176" y="1454783"/>
                  </a:lnTo>
                  <a:lnTo>
                    <a:pt x="11176" y="1443607"/>
                  </a:lnTo>
                  <a:lnTo>
                    <a:pt x="5144006" y="1443607"/>
                  </a:lnTo>
                  <a:lnTo>
                    <a:pt x="5144006" y="1454783"/>
                  </a:lnTo>
                  <a:lnTo>
                    <a:pt x="5132830" y="1454783"/>
                  </a:lnTo>
                  <a:lnTo>
                    <a:pt x="5132830" y="11176"/>
                  </a:lnTo>
                  <a:lnTo>
                    <a:pt x="5144006" y="11176"/>
                  </a:lnTo>
                  <a:lnTo>
                    <a:pt x="5144006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4676" y="74676"/>
              <a:ext cx="5132830" cy="53467"/>
            </a:xfrm>
            <a:custGeom>
              <a:avLst/>
              <a:gdLst/>
              <a:ahLst/>
              <a:cxnLst/>
              <a:rect r="r" b="b" t="t" l="l"/>
              <a:pathLst>
                <a:path h="53467" w="5132830">
                  <a:moveTo>
                    <a:pt x="0" y="0"/>
                  </a:moveTo>
                  <a:lnTo>
                    <a:pt x="5132830" y="0"/>
                  </a:lnTo>
                  <a:lnTo>
                    <a:pt x="5132830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84889" y="352882"/>
            <a:ext cx="5640438" cy="375085"/>
          </a:xfrm>
          <a:custGeom>
            <a:avLst/>
            <a:gdLst/>
            <a:ahLst/>
            <a:cxnLst/>
            <a:rect r="r" b="b" t="t" l="l"/>
            <a:pathLst>
              <a:path h="375085" w="5640438">
                <a:moveTo>
                  <a:pt x="0" y="0"/>
                </a:moveTo>
                <a:lnTo>
                  <a:pt x="5640438" y="0"/>
                </a:lnTo>
                <a:lnTo>
                  <a:pt x="5640438" y="375085"/>
                </a:lnTo>
                <a:lnTo>
                  <a:pt x="0" y="375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20220" y="2034130"/>
            <a:ext cx="481203" cy="481203"/>
            <a:chOff x="0" y="0"/>
            <a:chExt cx="641604" cy="6416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1604" cy="641604"/>
            </a:xfrm>
            <a:custGeom>
              <a:avLst/>
              <a:gdLst/>
              <a:ahLst/>
              <a:cxnLst/>
              <a:rect r="r" b="b" t="t" l="l"/>
              <a:pathLst>
                <a:path h="641604" w="641604">
                  <a:moveTo>
                    <a:pt x="0" y="0"/>
                  </a:moveTo>
                  <a:lnTo>
                    <a:pt x="641604" y="0"/>
                  </a:lnTo>
                  <a:lnTo>
                    <a:pt x="641604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83332" y="1996202"/>
            <a:ext cx="1800444" cy="332184"/>
          </a:xfrm>
          <a:custGeom>
            <a:avLst/>
            <a:gdLst/>
            <a:ahLst/>
            <a:cxnLst/>
            <a:rect r="r" b="b" t="t" l="l"/>
            <a:pathLst>
              <a:path h="332184" w="1800444">
                <a:moveTo>
                  <a:pt x="0" y="0"/>
                </a:moveTo>
                <a:lnTo>
                  <a:pt x="1800444" y="0"/>
                </a:lnTo>
                <a:lnTo>
                  <a:pt x="1800444" y="332184"/>
                </a:lnTo>
                <a:lnTo>
                  <a:pt x="0" y="332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806735" y="1638691"/>
            <a:ext cx="4950171" cy="1592885"/>
            <a:chOff x="0" y="0"/>
            <a:chExt cx="4950168" cy="15928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4676" y="74676"/>
              <a:ext cx="4812029" cy="1443607"/>
            </a:xfrm>
            <a:custGeom>
              <a:avLst/>
              <a:gdLst/>
              <a:ahLst/>
              <a:cxnLst/>
              <a:rect r="r" b="b" t="t" l="l"/>
              <a:pathLst>
                <a:path h="1443607" w="4812029">
                  <a:moveTo>
                    <a:pt x="0" y="0"/>
                  </a:moveTo>
                  <a:lnTo>
                    <a:pt x="0" y="1443607"/>
                  </a:lnTo>
                  <a:lnTo>
                    <a:pt x="4812029" y="1443607"/>
                  </a:lnTo>
                  <a:lnTo>
                    <a:pt x="4812029" y="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4823205" cy="1465959"/>
            </a:xfrm>
            <a:custGeom>
              <a:avLst/>
              <a:gdLst/>
              <a:ahLst/>
              <a:cxnLst/>
              <a:rect r="r" b="b" t="t" l="l"/>
              <a:pathLst>
                <a:path h="1465959" w="4823205">
                  <a:moveTo>
                    <a:pt x="11176" y="0"/>
                  </a:moveTo>
                  <a:cubicBezTo>
                    <a:pt x="4953" y="0"/>
                    <a:pt x="0" y="4953"/>
                    <a:pt x="0" y="11176"/>
                  </a:cubicBezTo>
                  <a:lnTo>
                    <a:pt x="0" y="1454783"/>
                  </a:lnTo>
                  <a:cubicBezTo>
                    <a:pt x="0" y="1460879"/>
                    <a:pt x="4953" y="1465959"/>
                    <a:pt x="11176" y="1465959"/>
                  </a:cubicBezTo>
                  <a:lnTo>
                    <a:pt x="4823205" y="1465959"/>
                  </a:lnTo>
                  <a:lnTo>
                    <a:pt x="4823205" y="1443734"/>
                  </a:lnTo>
                  <a:lnTo>
                    <a:pt x="22225" y="1443734"/>
                  </a:lnTo>
                  <a:lnTo>
                    <a:pt x="22225" y="22225"/>
                  </a:lnTo>
                  <a:lnTo>
                    <a:pt x="4823205" y="22225"/>
                  </a:lnTo>
                  <a:lnTo>
                    <a:pt x="4823205" y="0"/>
                  </a:lnTo>
                  <a:close/>
                </a:path>
              </a:pathLst>
            </a:custGeom>
            <a:solidFill>
              <a:srgbClr val="FF6D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4676" y="74676"/>
              <a:ext cx="4812029" cy="53467"/>
            </a:xfrm>
            <a:custGeom>
              <a:avLst/>
              <a:gdLst/>
              <a:ahLst/>
              <a:cxnLst/>
              <a:rect r="r" b="b" t="t" l="l"/>
              <a:pathLst>
                <a:path h="53467" w="4812029">
                  <a:moveTo>
                    <a:pt x="0" y="0"/>
                  </a:moveTo>
                  <a:lnTo>
                    <a:pt x="0" y="53467"/>
                  </a:lnTo>
                  <a:lnTo>
                    <a:pt x="4812029" y="53467"/>
                  </a:lnTo>
                  <a:lnTo>
                    <a:pt x="4812029" y="0"/>
                  </a:lnTo>
                  <a:close/>
                </a:path>
              </a:pathLst>
            </a:custGeom>
            <a:solidFill>
              <a:srgbClr val="FF6D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073854" y="2034130"/>
            <a:ext cx="481203" cy="481203"/>
            <a:chOff x="0" y="0"/>
            <a:chExt cx="641604" cy="6416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1604" cy="641604"/>
            </a:xfrm>
            <a:custGeom>
              <a:avLst/>
              <a:gdLst/>
              <a:ahLst/>
              <a:cxnLst/>
              <a:rect r="r" b="b" t="t" l="l"/>
              <a:pathLst>
                <a:path h="641604" w="641604">
                  <a:moveTo>
                    <a:pt x="0" y="0"/>
                  </a:moveTo>
                  <a:lnTo>
                    <a:pt x="641604" y="0"/>
                  </a:lnTo>
                  <a:lnTo>
                    <a:pt x="641604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53101" y="3349628"/>
            <a:ext cx="5282108" cy="1592885"/>
            <a:chOff x="0" y="0"/>
            <a:chExt cx="5282108" cy="15928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4676" y="74676"/>
              <a:ext cx="5132830" cy="1443607"/>
            </a:xfrm>
            <a:custGeom>
              <a:avLst/>
              <a:gdLst/>
              <a:ahLst/>
              <a:cxnLst/>
              <a:rect r="r" b="b" t="t" l="l"/>
              <a:pathLst>
                <a:path h="1443607" w="5132830">
                  <a:moveTo>
                    <a:pt x="0" y="0"/>
                  </a:moveTo>
                  <a:lnTo>
                    <a:pt x="5132830" y="0"/>
                  </a:lnTo>
                  <a:lnTo>
                    <a:pt x="5132830" y="1443607"/>
                  </a:lnTo>
                  <a:lnTo>
                    <a:pt x="0" y="1443607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5155182" cy="1465959"/>
            </a:xfrm>
            <a:custGeom>
              <a:avLst/>
              <a:gdLst/>
              <a:ahLst/>
              <a:cxnLst/>
              <a:rect r="r" b="b" t="t" l="l"/>
              <a:pathLst>
                <a:path h="1465959" w="5155182">
                  <a:moveTo>
                    <a:pt x="11176" y="0"/>
                  </a:moveTo>
                  <a:lnTo>
                    <a:pt x="5144006" y="0"/>
                  </a:lnTo>
                  <a:cubicBezTo>
                    <a:pt x="5150102" y="0"/>
                    <a:pt x="5155182" y="4953"/>
                    <a:pt x="5155182" y="11176"/>
                  </a:cubicBezTo>
                  <a:lnTo>
                    <a:pt x="5155182" y="1454783"/>
                  </a:lnTo>
                  <a:cubicBezTo>
                    <a:pt x="5155182" y="1460879"/>
                    <a:pt x="5150229" y="1465959"/>
                    <a:pt x="5144006" y="1465959"/>
                  </a:cubicBezTo>
                  <a:lnTo>
                    <a:pt x="11176" y="1465959"/>
                  </a:lnTo>
                  <a:cubicBezTo>
                    <a:pt x="5080" y="1465959"/>
                    <a:pt x="0" y="1461006"/>
                    <a:pt x="0" y="1454783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454783"/>
                  </a:lnTo>
                  <a:lnTo>
                    <a:pt x="11176" y="1454783"/>
                  </a:lnTo>
                  <a:lnTo>
                    <a:pt x="11176" y="1443607"/>
                  </a:lnTo>
                  <a:lnTo>
                    <a:pt x="5144006" y="1443607"/>
                  </a:lnTo>
                  <a:lnTo>
                    <a:pt x="5144006" y="1454783"/>
                  </a:lnTo>
                  <a:lnTo>
                    <a:pt x="5132830" y="1454783"/>
                  </a:lnTo>
                  <a:lnTo>
                    <a:pt x="5132830" y="11176"/>
                  </a:lnTo>
                  <a:lnTo>
                    <a:pt x="5144006" y="11176"/>
                  </a:lnTo>
                  <a:lnTo>
                    <a:pt x="5144006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AA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74676" y="74676"/>
              <a:ext cx="5132830" cy="53467"/>
            </a:xfrm>
            <a:custGeom>
              <a:avLst/>
              <a:gdLst/>
              <a:ahLst/>
              <a:cxnLst/>
              <a:rect r="r" b="b" t="t" l="l"/>
              <a:pathLst>
                <a:path h="53467" w="5132830">
                  <a:moveTo>
                    <a:pt x="0" y="0"/>
                  </a:moveTo>
                  <a:lnTo>
                    <a:pt x="5132830" y="0"/>
                  </a:lnTo>
                  <a:lnTo>
                    <a:pt x="5132830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FFAA00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6737061" y="1996202"/>
            <a:ext cx="1588189" cy="332184"/>
          </a:xfrm>
          <a:custGeom>
            <a:avLst/>
            <a:gdLst/>
            <a:ahLst/>
            <a:cxnLst/>
            <a:rect r="r" b="b" t="t" l="l"/>
            <a:pathLst>
              <a:path h="332184" w="1588189">
                <a:moveTo>
                  <a:pt x="0" y="0"/>
                </a:moveTo>
                <a:lnTo>
                  <a:pt x="1588189" y="0"/>
                </a:lnTo>
                <a:lnTo>
                  <a:pt x="1588189" y="332184"/>
                </a:lnTo>
                <a:lnTo>
                  <a:pt x="0" y="3321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20220" y="3745068"/>
            <a:ext cx="481203" cy="481203"/>
            <a:chOff x="0" y="0"/>
            <a:chExt cx="641604" cy="6416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1604" cy="641604"/>
            </a:xfrm>
            <a:custGeom>
              <a:avLst/>
              <a:gdLst/>
              <a:ahLst/>
              <a:cxnLst/>
              <a:rect r="r" b="b" t="t" l="l"/>
              <a:pathLst>
                <a:path h="641604" w="641604">
                  <a:moveTo>
                    <a:pt x="0" y="0"/>
                  </a:moveTo>
                  <a:lnTo>
                    <a:pt x="641604" y="0"/>
                  </a:lnTo>
                  <a:lnTo>
                    <a:pt x="641604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282875" y="3707140"/>
            <a:ext cx="1766068" cy="293503"/>
          </a:xfrm>
          <a:custGeom>
            <a:avLst/>
            <a:gdLst/>
            <a:ahLst/>
            <a:cxnLst/>
            <a:rect r="r" b="b" t="t" l="l"/>
            <a:pathLst>
              <a:path h="293503" w="1766068">
                <a:moveTo>
                  <a:pt x="0" y="0"/>
                </a:moveTo>
                <a:lnTo>
                  <a:pt x="1766068" y="0"/>
                </a:lnTo>
                <a:lnTo>
                  <a:pt x="1766068" y="293503"/>
                </a:lnTo>
                <a:lnTo>
                  <a:pt x="0" y="293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806735" y="3349628"/>
            <a:ext cx="4950171" cy="1592885"/>
            <a:chOff x="0" y="0"/>
            <a:chExt cx="4950168" cy="15928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74676" y="74676"/>
              <a:ext cx="4812029" cy="1443607"/>
            </a:xfrm>
            <a:custGeom>
              <a:avLst/>
              <a:gdLst/>
              <a:ahLst/>
              <a:cxnLst/>
              <a:rect r="r" b="b" t="t" l="l"/>
              <a:pathLst>
                <a:path h="1443607" w="4812029">
                  <a:moveTo>
                    <a:pt x="0" y="0"/>
                  </a:moveTo>
                  <a:lnTo>
                    <a:pt x="0" y="1443607"/>
                  </a:lnTo>
                  <a:lnTo>
                    <a:pt x="4812029" y="1443607"/>
                  </a:lnTo>
                  <a:lnTo>
                    <a:pt x="4812029" y="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0" y="63500"/>
              <a:ext cx="4823205" cy="1465959"/>
            </a:xfrm>
            <a:custGeom>
              <a:avLst/>
              <a:gdLst/>
              <a:ahLst/>
              <a:cxnLst/>
              <a:rect r="r" b="b" t="t" l="l"/>
              <a:pathLst>
                <a:path h="1465959" w="4823205">
                  <a:moveTo>
                    <a:pt x="11176" y="0"/>
                  </a:moveTo>
                  <a:cubicBezTo>
                    <a:pt x="4953" y="0"/>
                    <a:pt x="0" y="4953"/>
                    <a:pt x="0" y="11176"/>
                  </a:cubicBezTo>
                  <a:lnTo>
                    <a:pt x="0" y="1454783"/>
                  </a:lnTo>
                  <a:cubicBezTo>
                    <a:pt x="0" y="1460879"/>
                    <a:pt x="4953" y="1465959"/>
                    <a:pt x="11176" y="1465959"/>
                  </a:cubicBezTo>
                  <a:lnTo>
                    <a:pt x="4823205" y="1465959"/>
                  </a:lnTo>
                  <a:lnTo>
                    <a:pt x="4823205" y="1443734"/>
                  </a:lnTo>
                  <a:lnTo>
                    <a:pt x="22225" y="1443734"/>
                  </a:lnTo>
                  <a:lnTo>
                    <a:pt x="22225" y="22225"/>
                  </a:lnTo>
                  <a:lnTo>
                    <a:pt x="4823205" y="22225"/>
                  </a:lnTo>
                  <a:lnTo>
                    <a:pt x="4823205" y="0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74676" y="74676"/>
              <a:ext cx="4812029" cy="53467"/>
            </a:xfrm>
            <a:custGeom>
              <a:avLst/>
              <a:gdLst/>
              <a:ahLst/>
              <a:cxnLst/>
              <a:rect r="r" b="b" t="t" l="l"/>
              <a:pathLst>
                <a:path h="53467" w="4812029">
                  <a:moveTo>
                    <a:pt x="0" y="0"/>
                  </a:moveTo>
                  <a:lnTo>
                    <a:pt x="0" y="53467"/>
                  </a:lnTo>
                  <a:lnTo>
                    <a:pt x="4812029" y="53467"/>
                  </a:lnTo>
                  <a:lnTo>
                    <a:pt x="4812029" y="0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073854" y="3745068"/>
            <a:ext cx="481203" cy="481203"/>
            <a:chOff x="0" y="0"/>
            <a:chExt cx="641604" cy="6416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1604" cy="641604"/>
            </a:xfrm>
            <a:custGeom>
              <a:avLst/>
              <a:gdLst/>
              <a:ahLst/>
              <a:cxnLst/>
              <a:rect r="r" b="b" t="t" l="l"/>
              <a:pathLst>
                <a:path h="641604" w="641604">
                  <a:moveTo>
                    <a:pt x="0" y="0"/>
                  </a:moveTo>
                  <a:lnTo>
                    <a:pt x="641604" y="0"/>
                  </a:lnTo>
                  <a:lnTo>
                    <a:pt x="641604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6737166" y="3707140"/>
            <a:ext cx="1882369" cy="288836"/>
          </a:xfrm>
          <a:custGeom>
            <a:avLst/>
            <a:gdLst/>
            <a:ahLst/>
            <a:cxnLst/>
            <a:rect r="r" b="b" t="t" l="l"/>
            <a:pathLst>
              <a:path h="288836" w="1882369">
                <a:moveTo>
                  <a:pt x="0" y="0"/>
                </a:moveTo>
                <a:lnTo>
                  <a:pt x="1882368" y="0"/>
                </a:lnTo>
                <a:lnTo>
                  <a:pt x="1882368" y="288836"/>
                </a:lnTo>
                <a:lnTo>
                  <a:pt x="0" y="2888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21637" y="399498"/>
            <a:ext cx="5731383" cy="108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572" spc="-3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INTRODUCTION &amp; PROBLEM STATEMENT </a:t>
            </a:r>
          </a:p>
          <a:p>
            <a:pPr algn="l">
              <a:lnSpc>
                <a:spcPts val="1637"/>
              </a:lnSpc>
            </a:pPr>
            <a:r>
              <a:rPr lang="en-US" sz="1567" i="true" spc="-21">
                <a:solidFill>
                  <a:srgbClr val="AABBC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Road accidents often become fatal because emergency services arrive too late.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6672" y="3704673"/>
            <a:ext cx="1734141" cy="29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637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Slow Coordination 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6672" y="1993725"/>
            <a:ext cx="1779594" cy="29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63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Delayed Response 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90306" y="2041350"/>
            <a:ext cx="2825839" cy="8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"/>
              </a:lnSpc>
            </a:pPr>
            <a:r>
              <a:rPr lang="en-US" sz="1637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Alert System </a:t>
            </a:r>
          </a:p>
          <a:p>
            <a:pPr algn="l">
              <a:lnSpc>
                <a:spcPts val="1403"/>
              </a:lnSpc>
            </a:pPr>
            <a:r>
              <a:rPr lang="en-US" sz="1286" spc="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Victims unable to contact help during unconsciousness 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90306" y="3704673"/>
            <a:ext cx="1855337" cy="29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637" spc="-2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Golden Hour Missed 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6672" y="4257932"/>
            <a:ext cx="3677088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2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Emergency services lack real-time incident data 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6672" y="2546995"/>
            <a:ext cx="3919471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2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Critical minutes lost before emergency units arrive 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90306" y="4257932"/>
            <a:ext cx="3252921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5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Medical window of survival often exceeded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7739" y="1071724"/>
            <a:ext cx="53464" cy="588140"/>
            <a:chOff x="0" y="0"/>
            <a:chExt cx="53467" cy="5881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467" cy="588137"/>
            </a:xfrm>
            <a:custGeom>
              <a:avLst/>
              <a:gdLst/>
              <a:ahLst/>
              <a:cxnLst/>
              <a:rect r="r" b="b" t="t" l="l"/>
              <a:pathLst>
                <a:path h="588137" w="53467">
                  <a:moveTo>
                    <a:pt x="0" y="0"/>
                  </a:moveTo>
                  <a:lnTo>
                    <a:pt x="53467" y="0"/>
                  </a:lnTo>
                  <a:lnTo>
                    <a:pt x="53467" y="588137"/>
                  </a:lnTo>
                  <a:lnTo>
                    <a:pt x="0" y="588137"/>
                  </a:lnTo>
                  <a:close/>
                </a:path>
              </a:pathLst>
            </a:custGeom>
            <a:solidFill>
              <a:srgbClr val="FF6D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7739" y="836466"/>
            <a:ext cx="2673353" cy="42777"/>
            <a:chOff x="0" y="0"/>
            <a:chExt cx="2673350" cy="42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3350" cy="42799"/>
            </a:xfrm>
            <a:custGeom>
              <a:avLst/>
              <a:gdLst/>
              <a:ahLst/>
              <a:cxnLst/>
              <a:rect r="r" b="b" t="t" l="l"/>
              <a:pathLst>
                <a:path h="42799" w="2673350">
                  <a:moveTo>
                    <a:pt x="0" y="0"/>
                  </a:moveTo>
                  <a:lnTo>
                    <a:pt x="2673350" y="0"/>
                  </a:lnTo>
                  <a:lnTo>
                    <a:pt x="2673350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86804" y="350644"/>
            <a:ext cx="3231213" cy="379714"/>
          </a:xfrm>
          <a:custGeom>
            <a:avLst/>
            <a:gdLst/>
            <a:ahLst/>
            <a:cxnLst/>
            <a:rect r="r" b="b" t="t" l="l"/>
            <a:pathLst>
              <a:path h="379714" w="3231213">
                <a:moveTo>
                  <a:pt x="0" y="0"/>
                </a:moveTo>
                <a:lnTo>
                  <a:pt x="3231213" y="0"/>
                </a:lnTo>
                <a:lnTo>
                  <a:pt x="3231213" y="379714"/>
                </a:lnTo>
                <a:lnTo>
                  <a:pt x="0" y="379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41604" y="1125188"/>
            <a:ext cx="406346" cy="406346"/>
            <a:chOff x="0" y="0"/>
            <a:chExt cx="541795" cy="5417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7739" y="1991354"/>
            <a:ext cx="53464" cy="588140"/>
            <a:chOff x="0" y="0"/>
            <a:chExt cx="53467" cy="5881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7" cy="588137"/>
            </a:xfrm>
            <a:custGeom>
              <a:avLst/>
              <a:gdLst/>
              <a:ahLst/>
              <a:cxnLst/>
              <a:rect r="r" b="b" t="t" l="l"/>
              <a:pathLst>
                <a:path h="588137" w="53467">
                  <a:moveTo>
                    <a:pt x="0" y="0"/>
                  </a:moveTo>
                  <a:lnTo>
                    <a:pt x="53467" y="0"/>
                  </a:lnTo>
                  <a:lnTo>
                    <a:pt x="53467" y="588137"/>
                  </a:lnTo>
                  <a:lnTo>
                    <a:pt x="0" y="588137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28411" y="1106757"/>
            <a:ext cx="1552327" cy="268757"/>
          </a:xfrm>
          <a:custGeom>
            <a:avLst/>
            <a:gdLst/>
            <a:ahLst/>
            <a:cxnLst/>
            <a:rect r="r" b="b" t="t" l="l"/>
            <a:pathLst>
              <a:path h="268757" w="1552327">
                <a:moveTo>
                  <a:pt x="0" y="0"/>
                </a:moveTo>
                <a:lnTo>
                  <a:pt x="1552327" y="0"/>
                </a:lnTo>
                <a:lnTo>
                  <a:pt x="1552327" y="268758"/>
                </a:lnTo>
                <a:lnTo>
                  <a:pt x="0" y="2687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27739" y="2910983"/>
            <a:ext cx="53464" cy="588140"/>
            <a:chOff x="0" y="0"/>
            <a:chExt cx="53467" cy="5881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467" cy="588137"/>
            </a:xfrm>
            <a:custGeom>
              <a:avLst/>
              <a:gdLst/>
              <a:ahLst/>
              <a:cxnLst/>
              <a:rect r="r" b="b" t="t" l="l"/>
              <a:pathLst>
                <a:path h="588137" w="53467">
                  <a:moveTo>
                    <a:pt x="0" y="0"/>
                  </a:moveTo>
                  <a:lnTo>
                    <a:pt x="53467" y="0"/>
                  </a:lnTo>
                  <a:lnTo>
                    <a:pt x="53467" y="588137"/>
                  </a:lnTo>
                  <a:lnTo>
                    <a:pt x="0" y="588137"/>
                  </a:lnTo>
                  <a:close/>
                </a:path>
              </a:pathLst>
            </a:custGeom>
            <a:solidFill>
              <a:srgbClr val="FFAA00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228239" y="2025434"/>
            <a:ext cx="1663246" cy="269719"/>
          </a:xfrm>
          <a:custGeom>
            <a:avLst/>
            <a:gdLst/>
            <a:ahLst/>
            <a:cxnLst/>
            <a:rect r="r" b="b" t="t" l="l"/>
            <a:pathLst>
              <a:path h="269719" w="1663246">
                <a:moveTo>
                  <a:pt x="0" y="0"/>
                </a:moveTo>
                <a:lnTo>
                  <a:pt x="1663246" y="0"/>
                </a:lnTo>
                <a:lnTo>
                  <a:pt x="1663246" y="269720"/>
                </a:lnTo>
                <a:lnTo>
                  <a:pt x="0" y="269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27739" y="3830622"/>
            <a:ext cx="53464" cy="588140"/>
            <a:chOff x="0" y="0"/>
            <a:chExt cx="53467" cy="5881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467" cy="588137"/>
            </a:xfrm>
            <a:custGeom>
              <a:avLst/>
              <a:gdLst/>
              <a:ahLst/>
              <a:cxnLst/>
              <a:rect r="r" b="b" t="t" l="l"/>
              <a:pathLst>
                <a:path h="588137" w="53467">
                  <a:moveTo>
                    <a:pt x="0" y="0"/>
                  </a:moveTo>
                  <a:lnTo>
                    <a:pt x="53467" y="0"/>
                  </a:lnTo>
                  <a:lnTo>
                    <a:pt x="53467" y="588137"/>
                  </a:lnTo>
                  <a:lnTo>
                    <a:pt x="0" y="588137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227496" y="2945063"/>
            <a:ext cx="1570949" cy="302876"/>
          </a:xfrm>
          <a:custGeom>
            <a:avLst/>
            <a:gdLst/>
            <a:ahLst/>
            <a:cxnLst/>
            <a:rect r="r" b="b" t="t" l="l"/>
            <a:pathLst>
              <a:path h="302876" w="1570949">
                <a:moveTo>
                  <a:pt x="0" y="0"/>
                </a:moveTo>
                <a:lnTo>
                  <a:pt x="1570949" y="0"/>
                </a:lnTo>
                <a:lnTo>
                  <a:pt x="1570949" y="302876"/>
                </a:lnTo>
                <a:lnTo>
                  <a:pt x="0" y="302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27739" y="4750251"/>
            <a:ext cx="53464" cy="588140"/>
            <a:chOff x="0" y="0"/>
            <a:chExt cx="53467" cy="5881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467" cy="588137"/>
            </a:xfrm>
            <a:custGeom>
              <a:avLst/>
              <a:gdLst/>
              <a:ahLst/>
              <a:cxnLst/>
              <a:rect r="r" b="b" t="t" l="l"/>
              <a:pathLst>
                <a:path h="588137" w="53467">
                  <a:moveTo>
                    <a:pt x="0" y="0"/>
                  </a:moveTo>
                  <a:lnTo>
                    <a:pt x="53467" y="0"/>
                  </a:lnTo>
                  <a:lnTo>
                    <a:pt x="53467" y="588137"/>
                  </a:lnTo>
                  <a:lnTo>
                    <a:pt x="0" y="588137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227496" y="3864693"/>
            <a:ext cx="1541240" cy="302876"/>
          </a:xfrm>
          <a:custGeom>
            <a:avLst/>
            <a:gdLst/>
            <a:ahLst/>
            <a:cxnLst/>
            <a:rect r="r" b="b" t="t" l="l"/>
            <a:pathLst>
              <a:path h="302876" w="1541240">
                <a:moveTo>
                  <a:pt x="0" y="0"/>
                </a:moveTo>
                <a:lnTo>
                  <a:pt x="1541241" y="0"/>
                </a:lnTo>
                <a:lnTo>
                  <a:pt x="1541241" y="302876"/>
                </a:lnTo>
                <a:lnTo>
                  <a:pt x="0" y="302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41604" y="2044817"/>
            <a:ext cx="406346" cy="406346"/>
            <a:chOff x="0" y="0"/>
            <a:chExt cx="541795" cy="5417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2" b="-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604" y="2964456"/>
            <a:ext cx="406346" cy="406346"/>
            <a:chOff x="0" y="0"/>
            <a:chExt cx="541795" cy="5417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2" b="-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41604" y="3884085"/>
            <a:ext cx="406346" cy="406346"/>
            <a:chOff x="0" y="0"/>
            <a:chExt cx="541795" cy="5417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2" b="-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1604" y="4803715"/>
            <a:ext cx="406346" cy="406346"/>
            <a:chOff x="0" y="0"/>
            <a:chExt cx="541795" cy="5417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2" b="-2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228496" y="4783550"/>
            <a:ext cx="1287761" cy="303657"/>
          </a:xfrm>
          <a:custGeom>
            <a:avLst/>
            <a:gdLst/>
            <a:ahLst/>
            <a:cxnLst/>
            <a:rect r="r" b="b" t="t" l="l"/>
            <a:pathLst>
              <a:path h="303657" w="1287761">
                <a:moveTo>
                  <a:pt x="0" y="0"/>
                </a:moveTo>
                <a:lnTo>
                  <a:pt x="1287761" y="0"/>
                </a:lnTo>
                <a:lnTo>
                  <a:pt x="1287761" y="303657"/>
                </a:lnTo>
                <a:lnTo>
                  <a:pt x="0" y="30365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4277363" y="1339053"/>
            <a:ext cx="6202175" cy="1015870"/>
            <a:chOff x="0" y="0"/>
            <a:chExt cx="8269567" cy="13544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69605" cy="1354455"/>
            </a:xfrm>
            <a:custGeom>
              <a:avLst/>
              <a:gdLst/>
              <a:ahLst/>
              <a:cxnLst/>
              <a:rect r="r" b="b" t="t" l="l"/>
              <a:pathLst>
                <a:path h="1354455" w="8269605">
                  <a:moveTo>
                    <a:pt x="0" y="0"/>
                  </a:moveTo>
                  <a:lnTo>
                    <a:pt x="8269605" y="0"/>
                  </a:lnTo>
                  <a:lnTo>
                    <a:pt x="8269605" y="1354455"/>
                  </a:lnTo>
                  <a:lnTo>
                    <a:pt x="0" y="1354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-2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277363" y="2515333"/>
            <a:ext cx="6202175" cy="3154556"/>
            <a:chOff x="0" y="0"/>
            <a:chExt cx="8269567" cy="42060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69605" cy="4206113"/>
            </a:xfrm>
            <a:custGeom>
              <a:avLst/>
              <a:gdLst/>
              <a:ahLst/>
              <a:cxnLst/>
              <a:rect r="r" b="b" t="t" l="l"/>
              <a:pathLst>
                <a:path h="4206113" w="8269605">
                  <a:moveTo>
                    <a:pt x="0" y="0"/>
                  </a:moveTo>
                  <a:lnTo>
                    <a:pt x="8269605" y="0"/>
                  </a:lnTo>
                  <a:lnTo>
                    <a:pt x="8269605" y="4206113"/>
                  </a:lnTo>
                  <a:lnTo>
                    <a:pt x="0" y="4206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34667" y="304248"/>
            <a:ext cx="3279105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RAPIDRESQ SOLUTION 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3208" y="4787198"/>
            <a:ext cx="1241860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Notifies Family 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92141" y="5084616"/>
            <a:ext cx="33823" cy="1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3208" y="3867569"/>
            <a:ext cx="1499397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Alerts Emergency 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99060" y="4164987"/>
            <a:ext cx="33823" cy="1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83208" y="2947930"/>
            <a:ext cx="1529696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Analyzes Severity 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69361" y="3245348"/>
            <a:ext cx="33823" cy="1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3208" y="1108672"/>
            <a:ext cx="1514542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Detects Accidents 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81248" y="1406090"/>
            <a:ext cx="33823" cy="1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3208" y="2028301"/>
            <a:ext cx="1620583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Locks GPS Location 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28768" y="2325719"/>
            <a:ext cx="33823" cy="18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83208" y="4153500"/>
            <a:ext cx="1609315" cy="1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Instant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dispatch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units 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83208" y="5073129"/>
            <a:ext cx="1639614" cy="1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Automatic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loved-one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alerts 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83208" y="2314232"/>
            <a:ext cx="1806254" cy="1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Precise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coordinates 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83208" y="3233861"/>
            <a:ext cx="1897142" cy="1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Triage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classification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seconds 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3208" y="1394603"/>
            <a:ext cx="2063782" cy="1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AI-powered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crash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sensor</a:t>
            </a:r>
            <a:r>
              <a:rPr lang="en-US" sz="1052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analysis 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598165" y="1008393"/>
            <a:ext cx="2506856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335">
                <a:solidFill>
                  <a:srgbClr val="00E5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 WORKFLOW 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7739" y="836466"/>
            <a:ext cx="2352551" cy="42777"/>
            <a:chOff x="0" y="0"/>
            <a:chExt cx="2352548" cy="4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548" cy="42799"/>
            </a:xfrm>
            <a:custGeom>
              <a:avLst/>
              <a:gdLst/>
              <a:ahLst/>
              <a:cxnLst/>
              <a:rect r="r" b="b" t="t" l="l"/>
              <a:pathLst>
                <a:path h="42799" w="2352548">
                  <a:moveTo>
                    <a:pt x="0" y="0"/>
                  </a:moveTo>
                  <a:lnTo>
                    <a:pt x="2352548" y="0"/>
                  </a:lnTo>
                  <a:lnTo>
                    <a:pt x="2352548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2700" y="1050550"/>
            <a:ext cx="3357296" cy="2127561"/>
            <a:chOff x="0" y="0"/>
            <a:chExt cx="3357296" cy="2127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4676" y="74676"/>
              <a:ext cx="3208018" cy="1978277"/>
            </a:xfrm>
            <a:custGeom>
              <a:avLst/>
              <a:gdLst/>
              <a:ahLst/>
              <a:cxnLst/>
              <a:rect r="r" b="b" t="t" l="l"/>
              <a:pathLst>
                <a:path h="197827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1978277"/>
                  </a:lnTo>
                  <a:lnTo>
                    <a:pt x="0" y="1978277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3230370" cy="2000629"/>
            </a:xfrm>
            <a:custGeom>
              <a:avLst/>
              <a:gdLst/>
              <a:ahLst/>
              <a:cxnLst/>
              <a:rect r="r" b="b" t="t" l="l"/>
              <a:pathLst>
                <a:path h="2000629" w="3230370">
                  <a:moveTo>
                    <a:pt x="11176" y="0"/>
                  </a:moveTo>
                  <a:lnTo>
                    <a:pt x="3219194" y="0"/>
                  </a:lnTo>
                  <a:cubicBezTo>
                    <a:pt x="3225290" y="0"/>
                    <a:pt x="3230370" y="4953"/>
                    <a:pt x="3230370" y="11176"/>
                  </a:cubicBezTo>
                  <a:lnTo>
                    <a:pt x="3230370" y="1989453"/>
                  </a:lnTo>
                  <a:cubicBezTo>
                    <a:pt x="3230370" y="1995549"/>
                    <a:pt x="3225417" y="2000629"/>
                    <a:pt x="3219194" y="2000629"/>
                  </a:cubicBezTo>
                  <a:lnTo>
                    <a:pt x="11176" y="2000629"/>
                  </a:lnTo>
                  <a:cubicBezTo>
                    <a:pt x="5080" y="2000629"/>
                    <a:pt x="0" y="1995676"/>
                    <a:pt x="0" y="1989453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989453"/>
                  </a:lnTo>
                  <a:lnTo>
                    <a:pt x="11176" y="1989453"/>
                  </a:lnTo>
                  <a:lnTo>
                    <a:pt x="11176" y="1978277"/>
                  </a:lnTo>
                  <a:lnTo>
                    <a:pt x="3219194" y="1978277"/>
                  </a:lnTo>
                  <a:lnTo>
                    <a:pt x="3219194" y="1989453"/>
                  </a:lnTo>
                  <a:lnTo>
                    <a:pt x="3208018" y="1989453"/>
                  </a:lnTo>
                  <a:lnTo>
                    <a:pt x="3208018" y="11176"/>
                  </a:lnTo>
                  <a:lnTo>
                    <a:pt x="3219194" y="11176"/>
                  </a:lnTo>
                  <a:lnTo>
                    <a:pt x="3219194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4676" y="74676"/>
              <a:ext cx="3208018" cy="53467"/>
            </a:xfrm>
            <a:custGeom>
              <a:avLst/>
              <a:gdLst/>
              <a:ahLst/>
              <a:cxnLst/>
              <a:rect r="r" b="b" t="t" l="l"/>
              <a:pathLst>
                <a:path h="5346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87128" y="351282"/>
            <a:ext cx="3116551" cy="376685"/>
          </a:xfrm>
          <a:custGeom>
            <a:avLst/>
            <a:gdLst/>
            <a:ahLst/>
            <a:cxnLst/>
            <a:rect r="r" b="b" t="t" l="l"/>
            <a:pathLst>
              <a:path h="376685" w="3116551">
                <a:moveTo>
                  <a:pt x="0" y="0"/>
                </a:moveTo>
                <a:lnTo>
                  <a:pt x="3116551" y="0"/>
                </a:lnTo>
                <a:lnTo>
                  <a:pt x="3116551" y="376685"/>
                </a:lnTo>
                <a:lnTo>
                  <a:pt x="0" y="376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1203" y="1360446"/>
            <a:ext cx="534667" cy="534667"/>
            <a:chOff x="0" y="0"/>
            <a:chExt cx="712889" cy="7128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2851" cy="712851"/>
            </a:xfrm>
            <a:custGeom>
              <a:avLst/>
              <a:gdLst/>
              <a:ahLst/>
              <a:cxnLst/>
              <a:rect r="r" b="b" t="t" l="l"/>
              <a:pathLst>
                <a:path h="712851" w="712851">
                  <a:moveTo>
                    <a:pt x="0" y="0"/>
                  </a:moveTo>
                  <a:lnTo>
                    <a:pt x="712851" y="0"/>
                  </a:lnTo>
                  <a:lnTo>
                    <a:pt x="712851" y="712851"/>
                  </a:lnTo>
                  <a:lnTo>
                    <a:pt x="0" y="71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74766" y="1432903"/>
            <a:ext cx="1934975" cy="298266"/>
          </a:xfrm>
          <a:custGeom>
            <a:avLst/>
            <a:gdLst/>
            <a:ahLst/>
            <a:cxnLst/>
            <a:rect r="r" b="b" t="t" l="l"/>
            <a:pathLst>
              <a:path h="298266" w="1934975">
                <a:moveTo>
                  <a:pt x="0" y="0"/>
                </a:moveTo>
                <a:lnTo>
                  <a:pt x="1934975" y="0"/>
                </a:lnTo>
                <a:lnTo>
                  <a:pt x="1934975" y="298266"/>
                </a:lnTo>
                <a:lnTo>
                  <a:pt x="0" y="298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635969" y="1050550"/>
            <a:ext cx="3357296" cy="2127561"/>
            <a:chOff x="0" y="0"/>
            <a:chExt cx="3357296" cy="21275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4676" y="74676"/>
              <a:ext cx="3208018" cy="1978277"/>
            </a:xfrm>
            <a:custGeom>
              <a:avLst/>
              <a:gdLst/>
              <a:ahLst/>
              <a:cxnLst/>
              <a:rect r="r" b="b" t="t" l="l"/>
              <a:pathLst>
                <a:path h="197827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1978277"/>
                  </a:lnTo>
                  <a:lnTo>
                    <a:pt x="0" y="1978277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3230370" cy="2000629"/>
            </a:xfrm>
            <a:custGeom>
              <a:avLst/>
              <a:gdLst/>
              <a:ahLst/>
              <a:cxnLst/>
              <a:rect r="r" b="b" t="t" l="l"/>
              <a:pathLst>
                <a:path h="2000629" w="3230370">
                  <a:moveTo>
                    <a:pt x="11176" y="0"/>
                  </a:moveTo>
                  <a:lnTo>
                    <a:pt x="3219194" y="0"/>
                  </a:lnTo>
                  <a:cubicBezTo>
                    <a:pt x="3225290" y="0"/>
                    <a:pt x="3230370" y="4953"/>
                    <a:pt x="3230370" y="11176"/>
                  </a:cubicBezTo>
                  <a:lnTo>
                    <a:pt x="3230370" y="1989453"/>
                  </a:lnTo>
                  <a:cubicBezTo>
                    <a:pt x="3230370" y="1995549"/>
                    <a:pt x="3225417" y="2000629"/>
                    <a:pt x="3219194" y="2000629"/>
                  </a:cubicBezTo>
                  <a:lnTo>
                    <a:pt x="11176" y="2000629"/>
                  </a:lnTo>
                  <a:cubicBezTo>
                    <a:pt x="5080" y="2000629"/>
                    <a:pt x="0" y="1995676"/>
                    <a:pt x="0" y="1989453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989453"/>
                  </a:lnTo>
                  <a:lnTo>
                    <a:pt x="11176" y="1989453"/>
                  </a:lnTo>
                  <a:lnTo>
                    <a:pt x="11176" y="1978277"/>
                  </a:lnTo>
                  <a:lnTo>
                    <a:pt x="3219194" y="1978277"/>
                  </a:lnTo>
                  <a:lnTo>
                    <a:pt x="3219194" y="1989453"/>
                  </a:lnTo>
                  <a:lnTo>
                    <a:pt x="3208018" y="1989453"/>
                  </a:lnTo>
                  <a:lnTo>
                    <a:pt x="3208018" y="11176"/>
                  </a:lnTo>
                  <a:lnTo>
                    <a:pt x="3219194" y="11176"/>
                  </a:lnTo>
                  <a:lnTo>
                    <a:pt x="3219194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00FF8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4676" y="74676"/>
              <a:ext cx="3208018" cy="53467"/>
            </a:xfrm>
            <a:custGeom>
              <a:avLst/>
              <a:gdLst/>
              <a:ahLst/>
              <a:cxnLst/>
              <a:rect r="r" b="b" t="t" l="l"/>
              <a:pathLst>
                <a:path h="5346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616996" y="1432903"/>
            <a:ext cx="1857365" cy="298266"/>
          </a:xfrm>
          <a:custGeom>
            <a:avLst/>
            <a:gdLst/>
            <a:ahLst/>
            <a:cxnLst/>
            <a:rect r="r" b="b" t="t" l="l"/>
            <a:pathLst>
              <a:path h="298266" w="1857365">
                <a:moveTo>
                  <a:pt x="0" y="0"/>
                </a:moveTo>
                <a:lnTo>
                  <a:pt x="1857366" y="0"/>
                </a:lnTo>
                <a:lnTo>
                  <a:pt x="1857366" y="298266"/>
                </a:lnTo>
                <a:lnTo>
                  <a:pt x="0" y="2982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079247" y="1050550"/>
            <a:ext cx="3357296" cy="2127561"/>
            <a:chOff x="0" y="0"/>
            <a:chExt cx="3357296" cy="21275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4676" y="74676"/>
              <a:ext cx="3208018" cy="1978277"/>
            </a:xfrm>
            <a:custGeom>
              <a:avLst/>
              <a:gdLst/>
              <a:ahLst/>
              <a:cxnLst/>
              <a:rect r="r" b="b" t="t" l="l"/>
              <a:pathLst>
                <a:path h="197827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1978277"/>
                  </a:lnTo>
                  <a:lnTo>
                    <a:pt x="0" y="1978277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3230370" cy="2000629"/>
            </a:xfrm>
            <a:custGeom>
              <a:avLst/>
              <a:gdLst/>
              <a:ahLst/>
              <a:cxnLst/>
              <a:rect r="r" b="b" t="t" l="l"/>
              <a:pathLst>
                <a:path h="2000629" w="3230370">
                  <a:moveTo>
                    <a:pt x="11176" y="0"/>
                  </a:moveTo>
                  <a:lnTo>
                    <a:pt x="3219194" y="0"/>
                  </a:lnTo>
                  <a:cubicBezTo>
                    <a:pt x="3225290" y="0"/>
                    <a:pt x="3230370" y="4953"/>
                    <a:pt x="3230370" y="11176"/>
                  </a:cubicBezTo>
                  <a:lnTo>
                    <a:pt x="3230370" y="1989453"/>
                  </a:lnTo>
                  <a:cubicBezTo>
                    <a:pt x="3230370" y="1995549"/>
                    <a:pt x="3225417" y="2000629"/>
                    <a:pt x="3219194" y="2000629"/>
                  </a:cubicBezTo>
                  <a:lnTo>
                    <a:pt x="11176" y="2000629"/>
                  </a:lnTo>
                  <a:cubicBezTo>
                    <a:pt x="5080" y="2000629"/>
                    <a:pt x="0" y="1995676"/>
                    <a:pt x="0" y="1989453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989453"/>
                  </a:lnTo>
                  <a:lnTo>
                    <a:pt x="11176" y="1989453"/>
                  </a:lnTo>
                  <a:lnTo>
                    <a:pt x="11176" y="1978277"/>
                  </a:lnTo>
                  <a:lnTo>
                    <a:pt x="3219194" y="1978277"/>
                  </a:lnTo>
                  <a:lnTo>
                    <a:pt x="3219194" y="1989453"/>
                  </a:lnTo>
                  <a:lnTo>
                    <a:pt x="3208018" y="1989453"/>
                  </a:lnTo>
                  <a:lnTo>
                    <a:pt x="3208018" y="11176"/>
                  </a:lnTo>
                  <a:lnTo>
                    <a:pt x="3219194" y="11176"/>
                  </a:lnTo>
                  <a:lnTo>
                    <a:pt x="3219194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74676" y="74676"/>
              <a:ext cx="3208018" cy="53467"/>
            </a:xfrm>
            <a:custGeom>
              <a:avLst/>
              <a:gdLst/>
              <a:ahLst/>
              <a:cxnLst/>
              <a:rect r="r" b="b" t="t" l="l"/>
              <a:pathLst>
                <a:path h="5346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24481" y="1360446"/>
            <a:ext cx="534667" cy="534667"/>
            <a:chOff x="0" y="0"/>
            <a:chExt cx="712889" cy="7128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2851" cy="712851"/>
            </a:xfrm>
            <a:custGeom>
              <a:avLst/>
              <a:gdLst/>
              <a:ahLst/>
              <a:cxnLst/>
              <a:rect r="r" b="b" t="t" l="l"/>
              <a:pathLst>
                <a:path h="712851" w="712851">
                  <a:moveTo>
                    <a:pt x="0" y="0"/>
                  </a:moveTo>
                  <a:lnTo>
                    <a:pt x="712851" y="0"/>
                  </a:lnTo>
                  <a:lnTo>
                    <a:pt x="712851" y="712851"/>
                  </a:lnTo>
                  <a:lnTo>
                    <a:pt x="0" y="71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5" b="-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367749" y="1360446"/>
            <a:ext cx="534667" cy="534667"/>
            <a:chOff x="0" y="0"/>
            <a:chExt cx="712889" cy="7128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2851" cy="712851"/>
            </a:xfrm>
            <a:custGeom>
              <a:avLst/>
              <a:gdLst/>
              <a:ahLst/>
              <a:cxnLst/>
              <a:rect r="r" b="b" t="t" l="l"/>
              <a:pathLst>
                <a:path h="712851" w="712851">
                  <a:moveTo>
                    <a:pt x="0" y="0"/>
                  </a:moveTo>
                  <a:lnTo>
                    <a:pt x="712851" y="0"/>
                  </a:lnTo>
                  <a:lnTo>
                    <a:pt x="712851" y="712851"/>
                  </a:lnTo>
                  <a:lnTo>
                    <a:pt x="0" y="71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5" b="-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2700" y="3296164"/>
            <a:ext cx="3357296" cy="2127561"/>
            <a:chOff x="0" y="0"/>
            <a:chExt cx="3357296" cy="21275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74676" y="74676"/>
              <a:ext cx="3208018" cy="1978277"/>
            </a:xfrm>
            <a:custGeom>
              <a:avLst/>
              <a:gdLst/>
              <a:ahLst/>
              <a:cxnLst/>
              <a:rect r="r" b="b" t="t" l="l"/>
              <a:pathLst>
                <a:path h="197827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1978277"/>
                  </a:lnTo>
                  <a:lnTo>
                    <a:pt x="0" y="1978277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3230370" cy="2000629"/>
            </a:xfrm>
            <a:custGeom>
              <a:avLst/>
              <a:gdLst/>
              <a:ahLst/>
              <a:cxnLst/>
              <a:rect r="r" b="b" t="t" l="l"/>
              <a:pathLst>
                <a:path h="2000629" w="3230370">
                  <a:moveTo>
                    <a:pt x="11176" y="0"/>
                  </a:moveTo>
                  <a:lnTo>
                    <a:pt x="3219194" y="0"/>
                  </a:lnTo>
                  <a:cubicBezTo>
                    <a:pt x="3225290" y="0"/>
                    <a:pt x="3230370" y="4953"/>
                    <a:pt x="3230370" y="11176"/>
                  </a:cubicBezTo>
                  <a:lnTo>
                    <a:pt x="3230370" y="1989453"/>
                  </a:lnTo>
                  <a:cubicBezTo>
                    <a:pt x="3230370" y="1995549"/>
                    <a:pt x="3225417" y="2000629"/>
                    <a:pt x="3219194" y="2000629"/>
                  </a:cubicBezTo>
                  <a:lnTo>
                    <a:pt x="11176" y="2000629"/>
                  </a:lnTo>
                  <a:cubicBezTo>
                    <a:pt x="5080" y="2000629"/>
                    <a:pt x="0" y="1995676"/>
                    <a:pt x="0" y="1989453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989453"/>
                  </a:lnTo>
                  <a:lnTo>
                    <a:pt x="11176" y="1989453"/>
                  </a:lnTo>
                  <a:lnTo>
                    <a:pt x="11176" y="1978277"/>
                  </a:lnTo>
                  <a:lnTo>
                    <a:pt x="3219194" y="1978277"/>
                  </a:lnTo>
                  <a:lnTo>
                    <a:pt x="3219194" y="1989453"/>
                  </a:lnTo>
                  <a:lnTo>
                    <a:pt x="3208018" y="1989453"/>
                  </a:lnTo>
                  <a:lnTo>
                    <a:pt x="3208018" y="11176"/>
                  </a:lnTo>
                  <a:lnTo>
                    <a:pt x="3219194" y="11176"/>
                  </a:lnTo>
                  <a:lnTo>
                    <a:pt x="3219194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6D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74676" y="74676"/>
              <a:ext cx="3208018" cy="53467"/>
            </a:xfrm>
            <a:custGeom>
              <a:avLst/>
              <a:gdLst/>
              <a:ahLst/>
              <a:cxnLst/>
              <a:rect r="r" b="b" t="t" l="l"/>
              <a:pathLst>
                <a:path h="5346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FF6D00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8060579" y="1339501"/>
            <a:ext cx="1337243" cy="458705"/>
          </a:xfrm>
          <a:custGeom>
            <a:avLst/>
            <a:gdLst/>
            <a:ahLst/>
            <a:cxnLst/>
            <a:rect r="r" b="b" t="t" l="l"/>
            <a:pathLst>
              <a:path h="458705" w="1337243">
                <a:moveTo>
                  <a:pt x="0" y="0"/>
                </a:moveTo>
                <a:lnTo>
                  <a:pt x="1337243" y="0"/>
                </a:lnTo>
                <a:lnTo>
                  <a:pt x="1337243" y="458705"/>
                </a:lnTo>
                <a:lnTo>
                  <a:pt x="0" y="4587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481203" y="3606060"/>
            <a:ext cx="534667" cy="534667"/>
            <a:chOff x="0" y="0"/>
            <a:chExt cx="712889" cy="7128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2851" cy="712851"/>
            </a:xfrm>
            <a:custGeom>
              <a:avLst/>
              <a:gdLst/>
              <a:ahLst/>
              <a:cxnLst/>
              <a:rect r="r" b="b" t="t" l="l"/>
              <a:pathLst>
                <a:path h="712851" w="712851">
                  <a:moveTo>
                    <a:pt x="0" y="0"/>
                  </a:moveTo>
                  <a:lnTo>
                    <a:pt x="712851" y="0"/>
                  </a:lnTo>
                  <a:lnTo>
                    <a:pt x="712851" y="712851"/>
                  </a:lnTo>
                  <a:lnTo>
                    <a:pt x="0" y="71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5" b="-5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174766" y="3677564"/>
            <a:ext cx="1616716" cy="301485"/>
          </a:xfrm>
          <a:custGeom>
            <a:avLst/>
            <a:gdLst/>
            <a:ahLst/>
            <a:cxnLst/>
            <a:rect r="r" b="b" t="t" l="l"/>
            <a:pathLst>
              <a:path h="301485" w="1616716">
                <a:moveTo>
                  <a:pt x="0" y="0"/>
                </a:moveTo>
                <a:lnTo>
                  <a:pt x="1616716" y="0"/>
                </a:lnTo>
                <a:lnTo>
                  <a:pt x="1616716" y="301486"/>
                </a:lnTo>
                <a:lnTo>
                  <a:pt x="0" y="30148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3635969" y="3296164"/>
            <a:ext cx="3357296" cy="2127561"/>
            <a:chOff x="0" y="0"/>
            <a:chExt cx="3357296" cy="21275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4676" y="74676"/>
              <a:ext cx="3208018" cy="1978277"/>
            </a:xfrm>
            <a:custGeom>
              <a:avLst/>
              <a:gdLst/>
              <a:ahLst/>
              <a:cxnLst/>
              <a:rect r="r" b="b" t="t" l="l"/>
              <a:pathLst>
                <a:path h="197827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1978277"/>
                  </a:lnTo>
                  <a:lnTo>
                    <a:pt x="0" y="1978277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3230370" cy="2000629"/>
            </a:xfrm>
            <a:custGeom>
              <a:avLst/>
              <a:gdLst/>
              <a:ahLst/>
              <a:cxnLst/>
              <a:rect r="r" b="b" t="t" l="l"/>
              <a:pathLst>
                <a:path h="2000629" w="3230370">
                  <a:moveTo>
                    <a:pt x="11176" y="0"/>
                  </a:moveTo>
                  <a:lnTo>
                    <a:pt x="3219194" y="0"/>
                  </a:lnTo>
                  <a:cubicBezTo>
                    <a:pt x="3225290" y="0"/>
                    <a:pt x="3230370" y="4953"/>
                    <a:pt x="3230370" y="11176"/>
                  </a:cubicBezTo>
                  <a:lnTo>
                    <a:pt x="3230370" y="1989453"/>
                  </a:lnTo>
                  <a:cubicBezTo>
                    <a:pt x="3230370" y="1995549"/>
                    <a:pt x="3225417" y="2000629"/>
                    <a:pt x="3219194" y="2000629"/>
                  </a:cubicBezTo>
                  <a:lnTo>
                    <a:pt x="11176" y="2000629"/>
                  </a:lnTo>
                  <a:cubicBezTo>
                    <a:pt x="5080" y="2000629"/>
                    <a:pt x="0" y="1995676"/>
                    <a:pt x="0" y="1989453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989453"/>
                  </a:lnTo>
                  <a:lnTo>
                    <a:pt x="11176" y="1989453"/>
                  </a:lnTo>
                  <a:lnTo>
                    <a:pt x="11176" y="1978277"/>
                  </a:lnTo>
                  <a:lnTo>
                    <a:pt x="3219194" y="1978277"/>
                  </a:lnTo>
                  <a:lnTo>
                    <a:pt x="3219194" y="1989453"/>
                  </a:lnTo>
                  <a:lnTo>
                    <a:pt x="3208018" y="1989453"/>
                  </a:lnTo>
                  <a:lnTo>
                    <a:pt x="3208018" y="11176"/>
                  </a:lnTo>
                  <a:lnTo>
                    <a:pt x="3219194" y="11176"/>
                  </a:lnTo>
                  <a:lnTo>
                    <a:pt x="3219194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AA00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74676" y="74676"/>
              <a:ext cx="3208018" cy="53467"/>
            </a:xfrm>
            <a:custGeom>
              <a:avLst/>
              <a:gdLst/>
              <a:ahLst/>
              <a:cxnLst/>
              <a:rect r="r" b="b" t="t" l="l"/>
              <a:pathLst>
                <a:path h="5346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AA00FF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4617825" y="3584162"/>
            <a:ext cx="1555575" cy="492814"/>
          </a:xfrm>
          <a:custGeom>
            <a:avLst/>
            <a:gdLst/>
            <a:ahLst/>
            <a:cxnLst/>
            <a:rect r="r" b="b" t="t" l="l"/>
            <a:pathLst>
              <a:path h="492814" w="1555575">
                <a:moveTo>
                  <a:pt x="0" y="0"/>
                </a:moveTo>
                <a:lnTo>
                  <a:pt x="1555575" y="0"/>
                </a:lnTo>
                <a:lnTo>
                  <a:pt x="1555575" y="492814"/>
                </a:lnTo>
                <a:lnTo>
                  <a:pt x="0" y="4928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7079247" y="3296164"/>
            <a:ext cx="3357296" cy="2127561"/>
            <a:chOff x="0" y="0"/>
            <a:chExt cx="3357296" cy="21275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74676" y="74676"/>
              <a:ext cx="3208018" cy="1978277"/>
            </a:xfrm>
            <a:custGeom>
              <a:avLst/>
              <a:gdLst/>
              <a:ahLst/>
              <a:cxnLst/>
              <a:rect r="r" b="b" t="t" l="l"/>
              <a:pathLst>
                <a:path h="197827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1978277"/>
                  </a:lnTo>
                  <a:lnTo>
                    <a:pt x="0" y="1978277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500" y="63500"/>
              <a:ext cx="3230370" cy="2000629"/>
            </a:xfrm>
            <a:custGeom>
              <a:avLst/>
              <a:gdLst/>
              <a:ahLst/>
              <a:cxnLst/>
              <a:rect r="r" b="b" t="t" l="l"/>
              <a:pathLst>
                <a:path h="2000629" w="3230370">
                  <a:moveTo>
                    <a:pt x="11176" y="0"/>
                  </a:moveTo>
                  <a:lnTo>
                    <a:pt x="3219194" y="0"/>
                  </a:lnTo>
                  <a:cubicBezTo>
                    <a:pt x="3225290" y="0"/>
                    <a:pt x="3230370" y="4953"/>
                    <a:pt x="3230370" y="11176"/>
                  </a:cubicBezTo>
                  <a:lnTo>
                    <a:pt x="3230370" y="1989453"/>
                  </a:lnTo>
                  <a:cubicBezTo>
                    <a:pt x="3230370" y="1995549"/>
                    <a:pt x="3225417" y="2000629"/>
                    <a:pt x="3219194" y="2000629"/>
                  </a:cubicBezTo>
                  <a:lnTo>
                    <a:pt x="11176" y="2000629"/>
                  </a:lnTo>
                  <a:cubicBezTo>
                    <a:pt x="5080" y="2000629"/>
                    <a:pt x="0" y="1995676"/>
                    <a:pt x="0" y="1989453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989453"/>
                  </a:lnTo>
                  <a:lnTo>
                    <a:pt x="11176" y="1989453"/>
                  </a:lnTo>
                  <a:lnTo>
                    <a:pt x="11176" y="1978277"/>
                  </a:lnTo>
                  <a:lnTo>
                    <a:pt x="3219194" y="1978277"/>
                  </a:lnTo>
                  <a:lnTo>
                    <a:pt x="3219194" y="1989453"/>
                  </a:lnTo>
                  <a:lnTo>
                    <a:pt x="3208018" y="1989453"/>
                  </a:lnTo>
                  <a:lnTo>
                    <a:pt x="3208018" y="11176"/>
                  </a:lnTo>
                  <a:lnTo>
                    <a:pt x="3219194" y="11176"/>
                  </a:lnTo>
                  <a:lnTo>
                    <a:pt x="3219194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AA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74676" y="74676"/>
              <a:ext cx="3208018" cy="53467"/>
            </a:xfrm>
            <a:custGeom>
              <a:avLst/>
              <a:gdLst/>
              <a:ahLst/>
              <a:cxnLst/>
              <a:rect r="r" b="b" t="t" l="l"/>
              <a:pathLst>
                <a:path h="53467" w="3208018">
                  <a:moveTo>
                    <a:pt x="0" y="0"/>
                  </a:moveTo>
                  <a:lnTo>
                    <a:pt x="3208018" y="0"/>
                  </a:lnTo>
                  <a:lnTo>
                    <a:pt x="3208018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FFAA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924481" y="3606060"/>
            <a:ext cx="534667" cy="534667"/>
            <a:chOff x="0" y="0"/>
            <a:chExt cx="712889" cy="7128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2851" cy="712851"/>
            </a:xfrm>
            <a:custGeom>
              <a:avLst/>
              <a:gdLst/>
              <a:ahLst/>
              <a:cxnLst/>
              <a:rect r="r" b="b" t="t" l="l"/>
              <a:pathLst>
                <a:path h="712851" w="712851">
                  <a:moveTo>
                    <a:pt x="0" y="0"/>
                  </a:moveTo>
                  <a:lnTo>
                    <a:pt x="712851" y="0"/>
                  </a:lnTo>
                  <a:lnTo>
                    <a:pt x="712851" y="712851"/>
                  </a:lnTo>
                  <a:lnTo>
                    <a:pt x="0" y="71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-5" b="-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367749" y="3606060"/>
            <a:ext cx="534667" cy="534667"/>
            <a:chOff x="0" y="0"/>
            <a:chExt cx="712889" cy="7128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2851" cy="712851"/>
            </a:xfrm>
            <a:custGeom>
              <a:avLst/>
              <a:gdLst/>
              <a:ahLst/>
              <a:cxnLst/>
              <a:rect r="r" b="b" t="t" l="l"/>
              <a:pathLst>
                <a:path h="712851" w="712851">
                  <a:moveTo>
                    <a:pt x="0" y="0"/>
                  </a:moveTo>
                  <a:lnTo>
                    <a:pt x="712851" y="0"/>
                  </a:lnTo>
                  <a:lnTo>
                    <a:pt x="712851" y="712851"/>
                  </a:lnTo>
                  <a:lnTo>
                    <a:pt x="0" y="71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-5" b="-5"/>
              </a:stretch>
            </a:blip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8061665" y="3677564"/>
            <a:ext cx="1782613" cy="299218"/>
          </a:xfrm>
          <a:custGeom>
            <a:avLst/>
            <a:gdLst/>
            <a:ahLst/>
            <a:cxnLst/>
            <a:rect r="r" b="b" t="t" l="l"/>
            <a:pathLst>
              <a:path h="299218" w="1782613">
                <a:moveTo>
                  <a:pt x="0" y="0"/>
                </a:moveTo>
                <a:lnTo>
                  <a:pt x="1782613" y="0"/>
                </a:lnTo>
                <a:lnTo>
                  <a:pt x="1782613" y="299219"/>
                </a:lnTo>
                <a:lnTo>
                  <a:pt x="0" y="29921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534667" y="304248"/>
            <a:ext cx="3157909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3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OBJECTIVES 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9744" y="3680431"/>
            <a:ext cx="1575140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Tracking 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29744" y="1434817"/>
            <a:ext cx="1908419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 Response Time 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673013" y="3637312"/>
            <a:ext cx="1462916" cy="39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403" spc="-1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Smart Emergency Ecosystem 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673013" y="1434817"/>
            <a:ext cx="1817522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Improve Coordination 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116291" y="1391698"/>
            <a:ext cx="1287313" cy="39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</a:t>
            </a:r>
          </a:p>
          <a:p>
            <a:pPr algn="l">
              <a:lnSpc>
                <a:spcPts val="1519"/>
              </a:lnSpc>
            </a:pP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 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116291" y="3680431"/>
            <a:ext cx="1741780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Multi-Vehicle Support 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34667" y="4533119"/>
            <a:ext cx="2073059" cy="32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GPS tracking of victims and emergency units 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667" y="2287505"/>
            <a:ext cx="2725941" cy="32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Cut emergency arrival time by automating detection &amp; dispatch 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977945" y="4533119"/>
            <a:ext cx="2082584" cy="32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Integrated city-wide emergency intelligence network 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977945" y="2287505"/>
            <a:ext cx="2244938" cy="32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Seamless communication between hospitals, ambulances &amp; police 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421223" y="4533119"/>
            <a:ext cx="2599325" cy="32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Compatible with two-wheelers and four- w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heel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ers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421223" y="2287505"/>
            <a:ext cx="2769908" cy="32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Zero manual intervention — fully automated alert pipeline 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7739" y="836466"/>
            <a:ext cx="2352551" cy="42777"/>
            <a:chOff x="0" y="0"/>
            <a:chExt cx="2352548" cy="4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548" cy="42799"/>
            </a:xfrm>
            <a:custGeom>
              <a:avLst/>
              <a:gdLst/>
              <a:ahLst/>
              <a:cxnLst/>
              <a:rect r="r" b="b" t="t" l="l"/>
              <a:pathLst>
                <a:path h="42799" w="2352548">
                  <a:moveTo>
                    <a:pt x="0" y="0"/>
                  </a:moveTo>
                  <a:lnTo>
                    <a:pt x="2352548" y="0"/>
                  </a:lnTo>
                  <a:lnTo>
                    <a:pt x="2352548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86804" y="352882"/>
            <a:ext cx="3275771" cy="373018"/>
          </a:xfrm>
          <a:custGeom>
            <a:avLst/>
            <a:gdLst/>
            <a:ahLst/>
            <a:cxnLst/>
            <a:rect r="r" b="b" t="t" l="l"/>
            <a:pathLst>
              <a:path h="373018" w="3275771">
                <a:moveTo>
                  <a:pt x="0" y="0"/>
                </a:moveTo>
                <a:lnTo>
                  <a:pt x="3275771" y="0"/>
                </a:lnTo>
                <a:lnTo>
                  <a:pt x="3275771" y="373018"/>
                </a:lnTo>
                <a:lnTo>
                  <a:pt x="0" y="3730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5919" y="1428531"/>
            <a:ext cx="3777605" cy="1050788"/>
            <a:chOff x="0" y="0"/>
            <a:chExt cx="3777602" cy="10507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0866" y="70866"/>
              <a:ext cx="3635750" cy="908934"/>
            </a:xfrm>
            <a:custGeom>
              <a:avLst/>
              <a:gdLst/>
              <a:ahLst/>
              <a:cxnLst/>
              <a:rect r="r" b="b" t="t" l="l"/>
              <a:pathLst>
                <a:path h="908934" w="3635750">
                  <a:moveTo>
                    <a:pt x="0" y="0"/>
                  </a:moveTo>
                  <a:lnTo>
                    <a:pt x="3635750" y="0"/>
                  </a:lnTo>
                  <a:lnTo>
                    <a:pt x="3635750" y="908934"/>
                  </a:lnTo>
                  <a:lnTo>
                    <a:pt x="0" y="908934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650482" cy="923666"/>
            </a:xfrm>
            <a:custGeom>
              <a:avLst/>
              <a:gdLst/>
              <a:ahLst/>
              <a:cxnLst/>
              <a:rect r="r" b="b" t="t" l="l"/>
              <a:pathLst>
                <a:path h="923666" w="3650482">
                  <a:moveTo>
                    <a:pt x="7366" y="0"/>
                  </a:moveTo>
                  <a:lnTo>
                    <a:pt x="3643116" y="0"/>
                  </a:lnTo>
                  <a:cubicBezTo>
                    <a:pt x="3647180" y="0"/>
                    <a:pt x="3650482" y="3302"/>
                    <a:pt x="3650482" y="7366"/>
                  </a:cubicBezTo>
                  <a:lnTo>
                    <a:pt x="3650482" y="916300"/>
                  </a:lnTo>
                  <a:cubicBezTo>
                    <a:pt x="3650482" y="920364"/>
                    <a:pt x="3647180" y="923666"/>
                    <a:pt x="3643116" y="923666"/>
                  </a:cubicBezTo>
                  <a:lnTo>
                    <a:pt x="7366" y="923666"/>
                  </a:lnTo>
                  <a:cubicBezTo>
                    <a:pt x="3302" y="923666"/>
                    <a:pt x="0" y="920364"/>
                    <a:pt x="0" y="916300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916300"/>
                  </a:lnTo>
                  <a:lnTo>
                    <a:pt x="7366" y="916300"/>
                  </a:lnTo>
                  <a:lnTo>
                    <a:pt x="7366" y="908934"/>
                  </a:lnTo>
                  <a:lnTo>
                    <a:pt x="3643116" y="908934"/>
                  </a:lnTo>
                  <a:lnTo>
                    <a:pt x="3643116" y="916300"/>
                  </a:lnTo>
                  <a:lnTo>
                    <a:pt x="3635750" y="916300"/>
                  </a:lnTo>
                  <a:lnTo>
                    <a:pt x="3635750" y="7366"/>
                  </a:lnTo>
                  <a:lnTo>
                    <a:pt x="3643116" y="7366"/>
                  </a:lnTo>
                  <a:lnTo>
                    <a:pt x="3643116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0866" y="70866"/>
              <a:ext cx="64135" cy="908934"/>
            </a:xfrm>
            <a:custGeom>
              <a:avLst/>
              <a:gdLst/>
              <a:ahLst/>
              <a:cxnLst/>
              <a:rect r="r" b="b" t="t" l="l"/>
              <a:pathLst>
                <a:path h="908934" w="64135">
                  <a:moveTo>
                    <a:pt x="0" y="0"/>
                  </a:moveTo>
                  <a:lnTo>
                    <a:pt x="64135" y="0"/>
                  </a:lnTo>
                  <a:lnTo>
                    <a:pt x="64135" y="908934"/>
                  </a:lnTo>
                  <a:lnTo>
                    <a:pt x="0" y="908934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65163" y="1713328"/>
            <a:ext cx="406346" cy="406346"/>
            <a:chOff x="0" y="0"/>
            <a:chExt cx="541795" cy="541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65919" y="2519258"/>
            <a:ext cx="3777605" cy="1050788"/>
            <a:chOff x="0" y="0"/>
            <a:chExt cx="3777602" cy="10507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0866" y="70866"/>
              <a:ext cx="3635750" cy="908934"/>
            </a:xfrm>
            <a:custGeom>
              <a:avLst/>
              <a:gdLst/>
              <a:ahLst/>
              <a:cxnLst/>
              <a:rect r="r" b="b" t="t" l="l"/>
              <a:pathLst>
                <a:path h="908934" w="3635750">
                  <a:moveTo>
                    <a:pt x="0" y="0"/>
                  </a:moveTo>
                  <a:lnTo>
                    <a:pt x="3635750" y="0"/>
                  </a:lnTo>
                  <a:lnTo>
                    <a:pt x="3635750" y="908934"/>
                  </a:lnTo>
                  <a:lnTo>
                    <a:pt x="0" y="908934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3650482" cy="923666"/>
            </a:xfrm>
            <a:custGeom>
              <a:avLst/>
              <a:gdLst/>
              <a:ahLst/>
              <a:cxnLst/>
              <a:rect r="r" b="b" t="t" l="l"/>
              <a:pathLst>
                <a:path h="923666" w="3650482">
                  <a:moveTo>
                    <a:pt x="7366" y="0"/>
                  </a:moveTo>
                  <a:lnTo>
                    <a:pt x="3643116" y="0"/>
                  </a:lnTo>
                  <a:cubicBezTo>
                    <a:pt x="3647180" y="0"/>
                    <a:pt x="3650482" y="3302"/>
                    <a:pt x="3650482" y="7366"/>
                  </a:cubicBezTo>
                  <a:lnTo>
                    <a:pt x="3650482" y="916300"/>
                  </a:lnTo>
                  <a:cubicBezTo>
                    <a:pt x="3650482" y="920364"/>
                    <a:pt x="3647180" y="923666"/>
                    <a:pt x="3643116" y="923666"/>
                  </a:cubicBezTo>
                  <a:lnTo>
                    <a:pt x="7366" y="923666"/>
                  </a:lnTo>
                  <a:cubicBezTo>
                    <a:pt x="3302" y="923666"/>
                    <a:pt x="0" y="920364"/>
                    <a:pt x="0" y="916300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916300"/>
                  </a:lnTo>
                  <a:lnTo>
                    <a:pt x="7366" y="916300"/>
                  </a:lnTo>
                  <a:lnTo>
                    <a:pt x="7366" y="908934"/>
                  </a:lnTo>
                  <a:lnTo>
                    <a:pt x="3643116" y="908934"/>
                  </a:lnTo>
                  <a:lnTo>
                    <a:pt x="3643116" y="916300"/>
                  </a:lnTo>
                  <a:lnTo>
                    <a:pt x="3635750" y="916300"/>
                  </a:lnTo>
                  <a:lnTo>
                    <a:pt x="3635750" y="7366"/>
                  </a:lnTo>
                  <a:lnTo>
                    <a:pt x="3643116" y="7366"/>
                  </a:lnTo>
                  <a:lnTo>
                    <a:pt x="3643116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FF6D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0866" y="70866"/>
              <a:ext cx="64135" cy="908934"/>
            </a:xfrm>
            <a:custGeom>
              <a:avLst/>
              <a:gdLst/>
              <a:ahLst/>
              <a:cxnLst/>
              <a:rect r="r" b="b" t="t" l="l"/>
              <a:pathLst>
                <a:path h="908934" w="64135">
                  <a:moveTo>
                    <a:pt x="0" y="0"/>
                  </a:moveTo>
                  <a:lnTo>
                    <a:pt x="64135" y="0"/>
                  </a:lnTo>
                  <a:lnTo>
                    <a:pt x="64135" y="908934"/>
                  </a:lnTo>
                  <a:lnTo>
                    <a:pt x="0" y="908934"/>
                  </a:lnTo>
                  <a:close/>
                </a:path>
              </a:pathLst>
            </a:custGeom>
            <a:solidFill>
              <a:srgbClr val="FF6D00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429700" y="1638738"/>
            <a:ext cx="1503912" cy="283988"/>
          </a:xfrm>
          <a:custGeom>
            <a:avLst/>
            <a:gdLst/>
            <a:ahLst/>
            <a:cxnLst/>
            <a:rect r="r" b="b" t="t" l="l"/>
            <a:pathLst>
              <a:path h="283988" w="1503912">
                <a:moveTo>
                  <a:pt x="0" y="0"/>
                </a:moveTo>
                <a:lnTo>
                  <a:pt x="1503912" y="0"/>
                </a:lnTo>
                <a:lnTo>
                  <a:pt x="1503912" y="283988"/>
                </a:lnTo>
                <a:lnTo>
                  <a:pt x="0" y="283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665919" y="3609985"/>
            <a:ext cx="3777605" cy="1050788"/>
            <a:chOff x="0" y="0"/>
            <a:chExt cx="3777602" cy="10507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0866" y="70866"/>
              <a:ext cx="3635750" cy="908934"/>
            </a:xfrm>
            <a:custGeom>
              <a:avLst/>
              <a:gdLst/>
              <a:ahLst/>
              <a:cxnLst/>
              <a:rect r="r" b="b" t="t" l="l"/>
              <a:pathLst>
                <a:path h="908934" w="3635750">
                  <a:moveTo>
                    <a:pt x="0" y="0"/>
                  </a:moveTo>
                  <a:lnTo>
                    <a:pt x="3635750" y="0"/>
                  </a:lnTo>
                  <a:lnTo>
                    <a:pt x="3635750" y="908934"/>
                  </a:lnTo>
                  <a:lnTo>
                    <a:pt x="0" y="908934"/>
                  </a:lnTo>
                  <a:close/>
                </a:path>
              </a:pathLst>
            </a:custGeom>
            <a:blipFill>
              <a:blip r:embed="rId8"/>
              <a:stretch>
                <a:fillRect l="-1949" t="-30974" r="-1952" b="-30988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3650482" cy="923666"/>
            </a:xfrm>
            <a:custGeom>
              <a:avLst/>
              <a:gdLst/>
              <a:ahLst/>
              <a:cxnLst/>
              <a:rect r="r" b="b" t="t" l="l"/>
              <a:pathLst>
                <a:path h="923666" w="3650482">
                  <a:moveTo>
                    <a:pt x="7366" y="0"/>
                  </a:moveTo>
                  <a:lnTo>
                    <a:pt x="3643116" y="0"/>
                  </a:lnTo>
                  <a:cubicBezTo>
                    <a:pt x="3647180" y="0"/>
                    <a:pt x="3650482" y="3302"/>
                    <a:pt x="3650482" y="7366"/>
                  </a:cubicBezTo>
                  <a:lnTo>
                    <a:pt x="3650482" y="916300"/>
                  </a:lnTo>
                  <a:cubicBezTo>
                    <a:pt x="3650482" y="920364"/>
                    <a:pt x="3647180" y="923666"/>
                    <a:pt x="3643116" y="923666"/>
                  </a:cubicBezTo>
                  <a:lnTo>
                    <a:pt x="7366" y="923666"/>
                  </a:lnTo>
                  <a:cubicBezTo>
                    <a:pt x="3302" y="923666"/>
                    <a:pt x="0" y="920364"/>
                    <a:pt x="0" y="916300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916300"/>
                  </a:lnTo>
                  <a:lnTo>
                    <a:pt x="7366" y="916300"/>
                  </a:lnTo>
                  <a:lnTo>
                    <a:pt x="7366" y="908934"/>
                  </a:lnTo>
                  <a:lnTo>
                    <a:pt x="3643116" y="908934"/>
                  </a:lnTo>
                  <a:lnTo>
                    <a:pt x="3643116" y="916300"/>
                  </a:lnTo>
                  <a:lnTo>
                    <a:pt x="3635750" y="916300"/>
                  </a:lnTo>
                  <a:lnTo>
                    <a:pt x="3635750" y="7366"/>
                  </a:lnTo>
                  <a:lnTo>
                    <a:pt x="3643116" y="7366"/>
                  </a:lnTo>
                  <a:lnTo>
                    <a:pt x="3643116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AA00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0866" y="70866"/>
              <a:ext cx="64135" cy="908934"/>
            </a:xfrm>
            <a:custGeom>
              <a:avLst/>
              <a:gdLst/>
              <a:ahLst/>
              <a:cxnLst/>
              <a:rect r="r" b="b" t="t" l="l"/>
              <a:pathLst>
                <a:path h="908934" w="64135">
                  <a:moveTo>
                    <a:pt x="0" y="0"/>
                  </a:moveTo>
                  <a:lnTo>
                    <a:pt x="64135" y="0"/>
                  </a:lnTo>
                  <a:lnTo>
                    <a:pt x="64135" y="908934"/>
                  </a:lnTo>
                  <a:lnTo>
                    <a:pt x="0" y="908934"/>
                  </a:lnTo>
                  <a:close/>
                </a:path>
              </a:pathLst>
            </a:custGeom>
            <a:solidFill>
              <a:srgbClr val="AA00FF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429852" y="2728665"/>
            <a:ext cx="1724396" cy="284788"/>
          </a:xfrm>
          <a:custGeom>
            <a:avLst/>
            <a:gdLst/>
            <a:ahLst/>
            <a:cxnLst/>
            <a:rect r="r" b="b" t="t" l="l"/>
            <a:pathLst>
              <a:path h="284788" w="1724396">
                <a:moveTo>
                  <a:pt x="0" y="0"/>
                </a:moveTo>
                <a:lnTo>
                  <a:pt x="1724397" y="0"/>
                </a:lnTo>
                <a:lnTo>
                  <a:pt x="1724397" y="284788"/>
                </a:lnTo>
                <a:lnTo>
                  <a:pt x="0" y="2847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665919" y="3609985"/>
            <a:ext cx="3777605" cy="1050788"/>
            <a:chOff x="0" y="0"/>
            <a:chExt cx="3777602" cy="10507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70866" y="70866"/>
              <a:ext cx="3635750" cy="908934"/>
            </a:xfrm>
            <a:custGeom>
              <a:avLst/>
              <a:gdLst/>
              <a:ahLst/>
              <a:cxnLst/>
              <a:rect r="r" b="b" t="t" l="l"/>
              <a:pathLst>
                <a:path h="908934" w="3635750">
                  <a:moveTo>
                    <a:pt x="0" y="0"/>
                  </a:moveTo>
                  <a:lnTo>
                    <a:pt x="3635750" y="0"/>
                  </a:lnTo>
                  <a:lnTo>
                    <a:pt x="3635750" y="908934"/>
                  </a:lnTo>
                  <a:lnTo>
                    <a:pt x="0" y="908934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3650482" cy="923666"/>
            </a:xfrm>
            <a:custGeom>
              <a:avLst/>
              <a:gdLst/>
              <a:ahLst/>
              <a:cxnLst/>
              <a:rect r="r" b="b" t="t" l="l"/>
              <a:pathLst>
                <a:path h="923666" w="3650482">
                  <a:moveTo>
                    <a:pt x="7366" y="0"/>
                  </a:moveTo>
                  <a:lnTo>
                    <a:pt x="3643116" y="0"/>
                  </a:lnTo>
                  <a:cubicBezTo>
                    <a:pt x="3647180" y="0"/>
                    <a:pt x="3650482" y="3302"/>
                    <a:pt x="3650482" y="7366"/>
                  </a:cubicBezTo>
                  <a:lnTo>
                    <a:pt x="3650482" y="916300"/>
                  </a:lnTo>
                  <a:cubicBezTo>
                    <a:pt x="3650482" y="920364"/>
                    <a:pt x="3647180" y="923666"/>
                    <a:pt x="3643116" y="923666"/>
                  </a:cubicBezTo>
                  <a:lnTo>
                    <a:pt x="7366" y="923666"/>
                  </a:lnTo>
                  <a:cubicBezTo>
                    <a:pt x="3302" y="923666"/>
                    <a:pt x="0" y="920364"/>
                    <a:pt x="0" y="916300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916300"/>
                  </a:lnTo>
                  <a:lnTo>
                    <a:pt x="7366" y="916300"/>
                  </a:lnTo>
                  <a:lnTo>
                    <a:pt x="7366" y="908934"/>
                  </a:lnTo>
                  <a:lnTo>
                    <a:pt x="3643116" y="908934"/>
                  </a:lnTo>
                  <a:lnTo>
                    <a:pt x="3643116" y="916300"/>
                  </a:lnTo>
                  <a:lnTo>
                    <a:pt x="3635750" y="916300"/>
                  </a:lnTo>
                  <a:lnTo>
                    <a:pt x="3635750" y="7366"/>
                  </a:lnTo>
                  <a:lnTo>
                    <a:pt x="3643116" y="7366"/>
                  </a:lnTo>
                  <a:lnTo>
                    <a:pt x="3643116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70866" y="70866"/>
              <a:ext cx="64135" cy="908934"/>
            </a:xfrm>
            <a:custGeom>
              <a:avLst/>
              <a:gdLst/>
              <a:ahLst/>
              <a:cxnLst/>
              <a:rect r="r" b="b" t="t" l="l"/>
              <a:pathLst>
                <a:path h="908934" w="64135">
                  <a:moveTo>
                    <a:pt x="0" y="0"/>
                  </a:moveTo>
                  <a:lnTo>
                    <a:pt x="64135" y="0"/>
                  </a:lnTo>
                  <a:lnTo>
                    <a:pt x="64135" y="908934"/>
                  </a:lnTo>
                  <a:lnTo>
                    <a:pt x="0" y="908934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65163" y="2804055"/>
            <a:ext cx="406346" cy="406346"/>
            <a:chOff x="0" y="0"/>
            <a:chExt cx="541795" cy="5417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2" b="-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65163" y="3932206"/>
            <a:ext cx="406346" cy="406346"/>
            <a:chOff x="0" y="0"/>
            <a:chExt cx="541795" cy="5417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-2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7439963" y="3932206"/>
            <a:ext cx="1501616" cy="288217"/>
          </a:xfrm>
          <a:custGeom>
            <a:avLst/>
            <a:gdLst/>
            <a:ahLst/>
            <a:cxnLst/>
            <a:rect r="r" b="b" t="t" l="l"/>
            <a:pathLst>
              <a:path h="288217" w="1501616">
                <a:moveTo>
                  <a:pt x="0" y="0"/>
                </a:moveTo>
                <a:lnTo>
                  <a:pt x="1501616" y="0"/>
                </a:lnTo>
                <a:lnTo>
                  <a:pt x="1501616" y="288217"/>
                </a:lnTo>
                <a:lnTo>
                  <a:pt x="0" y="2882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91265" y="1476161"/>
            <a:ext cx="6212728" cy="3136982"/>
          </a:xfrm>
          <a:custGeom>
            <a:avLst/>
            <a:gdLst/>
            <a:ahLst/>
            <a:cxnLst/>
            <a:rect r="r" b="b" t="t" l="l"/>
            <a:pathLst>
              <a:path h="3136982" w="6212728">
                <a:moveTo>
                  <a:pt x="0" y="0"/>
                </a:moveTo>
                <a:lnTo>
                  <a:pt x="6212729" y="0"/>
                </a:lnTo>
                <a:lnTo>
                  <a:pt x="6212729" y="3136982"/>
                </a:lnTo>
                <a:lnTo>
                  <a:pt x="0" y="31369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718" t="0" r="-3582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34667" y="304248"/>
            <a:ext cx="3324549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2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LANDING PAGE DESIGN 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1604" y="1131799"/>
            <a:ext cx="181432" cy="27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⬡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9826" y="1097975"/>
            <a:ext cx="908580" cy="2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RapidResQ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62266" y="2325557"/>
            <a:ext cx="86535" cy="22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325" i="true" spc="-18">
                <a:solidFill>
                  <a:srgbClr val="FF6D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6973" y="2765889"/>
            <a:ext cx="60122" cy="33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18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28321" y="2765889"/>
            <a:ext cx="60122" cy="33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18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513339" y="4191848"/>
            <a:ext cx="1336634" cy="1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alert system 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85383" y="3110894"/>
            <a:ext cx="1488119" cy="1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Unit tracking dashboard 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485383" y="2020167"/>
            <a:ext cx="1579016" cy="1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incident overlay 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50707" y="1101357"/>
            <a:ext cx="634746" cy="2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332">
                <a:solidFill>
                  <a:srgbClr val="00E5FF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UI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19047" y="1088593"/>
            <a:ext cx="1143448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337">
                <a:solidFill>
                  <a:srgbClr val="00E5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FEATURES 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485383" y="1643396"/>
            <a:ext cx="1450191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15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Animated Map 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485383" y="2734123"/>
            <a:ext cx="1677429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Dispatch Status Cards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7739" y="836466"/>
            <a:ext cx="2994155" cy="42777"/>
            <a:chOff x="0" y="0"/>
            <a:chExt cx="2994152" cy="4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94152" cy="42799"/>
            </a:xfrm>
            <a:custGeom>
              <a:avLst/>
              <a:gdLst/>
              <a:ahLst/>
              <a:cxnLst/>
              <a:rect r="r" b="b" t="t" l="l"/>
              <a:pathLst>
                <a:path h="42799" w="2994152">
                  <a:moveTo>
                    <a:pt x="0" y="0"/>
                  </a:moveTo>
                  <a:lnTo>
                    <a:pt x="2994152" y="0"/>
                  </a:lnTo>
                  <a:lnTo>
                    <a:pt x="2994152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FF6D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84889" y="351282"/>
            <a:ext cx="4888973" cy="376685"/>
          </a:xfrm>
          <a:custGeom>
            <a:avLst/>
            <a:gdLst/>
            <a:ahLst/>
            <a:cxnLst/>
            <a:rect r="r" b="b" t="t" l="l"/>
            <a:pathLst>
              <a:path h="376685" w="4888973">
                <a:moveTo>
                  <a:pt x="0" y="0"/>
                </a:moveTo>
                <a:lnTo>
                  <a:pt x="4888973" y="0"/>
                </a:lnTo>
                <a:lnTo>
                  <a:pt x="4888973" y="376685"/>
                </a:lnTo>
                <a:lnTo>
                  <a:pt x="0" y="376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4266" y="1018251"/>
            <a:ext cx="5881373" cy="4384291"/>
            <a:chOff x="0" y="0"/>
            <a:chExt cx="7841831" cy="58457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41869" cy="5845683"/>
            </a:xfrm>
            <a:custGeom>
              <a:avLst/>
              <a:gdLst/>
              <a:ahLst/>
              <a:cxnLst/>
              <a:rect r="r" b="b" t="t" l="l"/>
              <a:pathLst>
                <a:path h="5845683" w="7841869">
                  <a:moveTo>
                    <a:pt x="0" y="0"/>
                  </a:moveTo>
                  <a:lnTo>
                    <a:pt x="7841869" y="0"/>
                  </a:lnTo>
                  <a:lnTo>
                    <a:pt x="7841869" y="5845683"/>
                  </a:lnTo>
                  <a:lnTo>
                    <a:pt x="0" y="584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345117" y="1375067"/>
            <a:ext cx="4098407" cy="911781"/>
            <a:chOff x="0" y="0"/>
            <a:chExt cx="4098404" cy="9117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0866" y="70866"/>
              <a:ext cx="3956552" cy="769996"/>
            </a:xfrm>
            <a:custGeom>
              <a:avLst/>
              <a:gdLst/>
              <a:ahLst/>
              <a:cxnLst/>
              <a:rect r="r" b="b" t="t" l="l"/>
              <a:pathLst>
                <a:path h="769996" w="3956552">
                  <a:moveTo>
                    <a:pt x="0" y="0"/>
                  </a:moveTo>
                  <a:lnTo>
                    <a:pt x="3956552" y="0"/>
                  </a:lnTo>
                  <a:lnTo>
                    <a:pt x="3956552" y="769996"/>
                  </a:lnTo>
                  <a:lnTo>
                    <a:pt x="0" y="7699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971284" cy="784728"/>
            </a:xfrm>
            <a:custGeom>
              <a:avLst/>
              <a:gdLst/>
              <a:ahLst/>
              <a:cxnLst/>
              <a:rect r="r" b="b" t="t" l="l"/>
              <a:pathLst>
                <a:path h="784728" w="3971284">
                  <a:moveTo>
                    <a:pt x="7366" y="0"/>
                  </a:moveTo>
                  <a:lnTo>
                    <a:pt x="3963918" y="0"/>
                  </a:lnTo>
                  <a:cubicBezTo>
                    <a:pt x="3967982" y="0"/>
                    <a:pt x="3971284" y="3302"/>
                    <a:pt x="3971284" y="7366"/>
                  </a:cubicBezTo>
                  <a:lnTo>
                    <a:pt x="3971284" y="777362"/>
                  </a:lnTo>
                  <a:cubicBezTo>
                    <a:pt x="3971284" y="781426"/>
                    <a:pt x="3967982" y="784728"/>
                    <a:pt x="3963918" y="784728"/>
                  </a:cubicBezTo>
                  <a:lnTo>
                    <a:pt x="7366" y="784728"/>
                  </a:lnTo>
                  <a:cubicBezTo>
                    <a:pt x="3302" y="784728"/>
                    <a:pt x="0" y="781426"/>
                    <a:pt x="0" y="777362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777362"/>
                  </a:lnTo>
                  <a:lnTo>
                    <a:pt x="7366" y="777362"/>
                  </a:lnTo>
                  <a:lnTo>
                    <a:pt x="7366" y="769996"/>
                  </a:lnTo>
                  <a:lnTo>
                    <a:pt x="3963918" y="769996"/>
                  </a:lnTo>
                  <a:lnTo>
                    <a:pt x="3963918" y="777362"/>
                  </a:lnTo>
                  <a:lnTo>
                    <a:pt x="3956552" y="777362"/>
                  </a:lnTo>
                  <a:lnTo>
                    <a:pt x="3956552" y="7366"/>
                  </a:lnTo>
                  <a:lnTo>
                    <a:pt x="3963918" y="7366"/>
                  </a:lnTo>
                  <a:lnTo>
                    <a:pt x="3963918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45117" y="2273313"/>
            <a:ext cx="4098407" cy="911781"/>
            <a:chOff x="0" y="0"/>
            <a:chExt cx="4098404" cy="9117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0866" y="70866"/>
              <a:ext cx="3956552" cy="769996"/>
            </a:xfrm>
            <a:custGeom>
              <a:avLst/>
              <a:gdLst/>
              <a:ahLst/>
              <a:cxnLst/>
              <a:rect r="r" b="b" t="t" l="l"/>
              <a:pathLst>
                <a:path h="769996" w="3956552">
                  <a:moveTo>
                    <a:pt x="0" y="0"/>
                  </a:moveTo>
                  <a:lnTo>
                    <a:pt x="3956552" y="0"/>
                  </a:lnTo>
                  <a:lnTo>
                    <a:pt x="3956552" y="769996"/>
                  </a:lnTo>
                  <a:lnTo>
                    <a:pt x="0" y="7699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971284" cy="784728"/>
            </a:xfrm>
            <a:custGeom>
              <a:avLst/>
              <a:gdLst/>
              <a:ahLst/>
              <a:cxnLst/>
              <a:rect r="r" b="b" t="t" l="l"/>
              <a:pathLst>
                <a:path h="784728" w="3971284">
                  <a:moveTo>
                    <a:pt x="7366" y="0"/>
                  </a:moveTo>
                  <a:lnTo>
                    <a:pt x="3963918" y="0"/>
                  </a:lnTo>
                  <a:cubicBezTo>
                    <a:pt x="3967982" y="0"/>
                    <a:pt x="3971284" y="3302"/>
                    <a:pt x="3971284" y="7366"/>
                  </a:cubicBezTo>
                  <a:lnTo>
                    <a:pt x="3971284" y="777362"/>
                  </a:lnTo>
                  <a:cubicBezTo>
                    <a:pt x="3971284" y="781426"/>
                    <a:pt x="3967982" y="784728"/>
                    <a:pt x="3963918" y="784728"/>
                  </a:cubicBezTo>
                  <a:lnTo>
                    <a:pt x="7366" y="784728"/>
                  </a:lnTo>
                  <a:cubicBezTo>
                    <a:pt x="3302" y="784728"/>
                    <a:pt x="0" y="781426"/>
                    <a:pt x="0" y="777362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777362"/>
                  </a:lnTo>
                  <a:lnTo>
                    <a:pt x="7366" y="777362"/>
                  </a:lnTo>
                  <a:lnTo>
                    <a:pt x="7366" y="769996"/>
                  </a:lnTo>
                  <a:lnTo>
                    <a:pt x="3963918" y="769996"/>
                  </a:lnTo>
                  <a:lnTo>
                    <a:pt x="3963918" y="777362"/>
                  </a:lnTo>
                  <a:lnTo>
                    <a:pt x="3956552" y="777362"/>
                  </a:lnTo>
                  <a:lnTo>
                    <a:pt x="3956552" y="7366"/>
                  </a:lnTo>
                  <a:lnTo>
                    <a:pt x="3963918" y="7366"/>
                  </a:lnTo>
                  <a:lnTo>
                    <a:pt x="3963918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FF6D00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104736" y="1544231"/>
            <a:ext cx="1248556" cy="299218"/>
          </a:xfrm>
          <a:custGeom>
            <a:avLst/>
            <a:gdLst/>
            <a:ahLst/>
            <a:cxnLst/>
            <a:rect r="r" b="b" t="t" l="l"/>
            <a:pathLst>
              <a:path h="299218" w="1248556">
                <a:moveTo>
                  <a:pt x="0" y="0"/>
                </a:moveTo>
                <a:lnTo>
                  <a:pt x="1248556" y="0"/>
                </a:lnTo>
                <a:lnTo>
                  <a:pt x="1248556" y="299218"/>
                </a:lnTo>
                <a:lnTo>
                  <a:pt x="0" y="299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345117" y="3171558"/>
            <a:ext cx="4098407" cy="911781"/>
            <a:chOff x="0" y="0"/>
            <a:chExt cx="4098404" cy="9117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0866" y="70866"/>
              <a:ext cx="3956552" cy="769996"/>
            </a:xfrm>
            <a:custGeom>
              <a:avLst/>
              <a:gdLst/>
              <a:ahLst/>
              <a:cxnLst/>
              <a:rect r="r" b="b" t="t" l="l"/>
              <a:pathLst>
                <a:path h="769996" w="3956552">
                  <a:moveTo>
                    <a:pt x="0" y="0"/>
                  </a:moveTo>
                  <a:lnTo>
                    <a:pt x="3956552" y="0"/>
                  </a:lnTo>
                  <a:lnTo>
                    <a:pt x="3956552" y="769996"/>
                  </a:lnTo>
                  <a:lnTo>
                    <a:pt x="0" y="7699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971284" cy="784728"/>
            </a:xfrm>
            <a:custGeom>
              <a:avLst/>
              <a:gdLst/>
              <a:ahLst/>
              <a:cxnLst/>
              <a:rect r="r" b="b" t="t" l="l"/>
              <a:pathLst>
                <a:path h="784728" w="3971284">
                  <a:moveTo>
                    <a:pt x="7366" y="0"/>
                  </a:moveTo>
                  <a:lnTo>
                    <a:pt x="3963918" y="0"/>
                  </a:lnTo>
                  <a:cubicBezTo>
                    <a:pt x="3967982" y="0"/>
                    <a:pt x="3971284" y="3302"/>
                    <a:pt x="3971284" y="7366"/>
                  </a:cubicBezTo>
                  <a:lnTo>
                    <a:pt x="3971284" y="777362"/>
                  </a:lnTo>
                  <a:cubicBezTo>
                    <a:pt x="3971284" y="781426"/>
                    <a:pt x="3967982" y="784728"/>
                    <a:pt x="3963918" y="784728"/>
                  </a:cubicBezTo>
                  <a:lnTo>
                    <a:pt x="7366" y="784728"/>
                  </a:lnTo>
                  <a:cubicBezTo>
                    <a:pt x="3302" y="784728"/>
                    <a:pt x="0" y="781426"/>
                    <a:pt x="0" y="777362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777362"/>
                  </a:lnTo>
                  <a:lnTo>
                    <a:pt x="7366" y="777362"/>
                  </a:lnTo>
                  <a:lnTo>
                    <a:pt x="7366" y="769996"/>
                  </a:lnTo>
                  <a:lnTo>
                    <a:pt x="3963918" y="769996"/>
                  </a:lnTo>
                  <a:lnTo>
                    <a:pt x="3963918" y="777362"/>
                  </a:lnTo>
                  <a:lnTo>
                    <a:pt x="3956552" y="777362"/>
                  </a:lnTo>
                  <a:lnTo>
                    <a:pt x="3956552" y="7366"/>
                  </a:lnTo>
                  <a:lnTo>
                    <a:pt x="3963918" y="7366"/>
                  </a:lnTo>
                  <a:lnTo>
                    <a:pt x="3963918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7108565" y="2445001"/>
            <a:ext cx="1393031" cy="300352"/>
          </a:xfrm>
          <a:custGeom>
            <a:avLst/>
            <a:gdLst/>
            <a:ahLst/>
            <a:cxnLst/>
            <a:rect r="r" b="b" t="t" l="l"/>
            <a:pathLst>
              <a:path h="300352" w="1393031">
                <a:moveTo>
                  <a:pt x="0" y="0"/>
                </a:moveTo>
                <a:lnTo>
                  <a:pt x="1393031" y="0"/>
                </a:lnTo>
                <a:lnTo>
                  <a:pt x="1393031" y="300352"/>
                </a:lnTo>
                <a:lnTo>
                  <a:pt x="0" y="300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345117" y="4069804"/>
            <a:ext cx="4098407" cy="911781"/>
            <a:chOff x="0" y="0"/>
            <a:chExt cx="4098404" cy="9117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70866" y="70866"/>
              <a:ext cx="3956552" cy="769996"/>
            </a:xfrm>
            <a:custGeom>
              <a:avLst/>
              <a:gdLst/>
              <a:ahLst/>
              <a:cxnLst/>
              <a:rect r="r" b="b" t="t" l="l"/>
              <a:pathLst>
                <a:path h="769996" w="3956552">
                  <a:moveTo>
                    <a:pt x="0" y="0"/>
                  </a:moveTo>
                  <a:lnTo>
                    <a:pt x="3956552" y="0"/>
                  </a:lnTo>
                  <a:lnTo>
                    <a:pt x="3956552" y="769996"/>
                  </a:lnTo>
                  <a:lnTo>
                    <a:pt x="0" y="7699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3971284" cy="784728"/>
            </a:xfrm>
            <a:custGeom>
              <a:avLst/>
              <a:gdLst/>
              <a:ahLst/>
              <a:cxnLst/>
              <a:rect r="r" b="b" t="t" l="l"/>
              <a:pathLst>
                <a:path h="784728" w="3971284">
                  <a:moveTo>
                    <a:pt x="7366" y="0"/>
                  </a:moveTo>
                  <a:lnTo>
                    <a:pt x="3963918" y="0"/>
                  </a:lnTo>
                  <a:cubicBezTo>
                    <a:pt x="3967982" y="0"/>
                    <a:pt x="3971284" y="3302"/>
                    <a:pt x="3971284" y="7366"/>
                  </a:cubicBezTo>
                  <a:lnTo>
                    <a:pt x="3971284" y="777362"/>
                  </a:lnTo>
                  <a:cubicBezTo>
                    <a:pt x="3971284" y="781426"/>
                    <a:pt x="3967982" y="784728"/>
                    <a:pt x="3963918" y="784728"/>
                  </a:cubicBezTo>
                  <a:lnTo>
                    <a:pt x="7366" y="784728"/>
                  </a:lnTo>
                  <a:cubicBezTo>
                    <a:pt x="3302" y="784728"/>
                    <a:pt x="0" y="781426"/>
                    <a:pt x="0" y="777362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777362"/>
                  </a:lnTo>
                  <a:lnTo>
                    <a:pt x="7366" y="777362"/>
                  </a:lnTo>
                  <a:lnTo>
                    <a:pt x="7366" y="769996"/>
                  </a:lnTo>
                  <a:lnTo>
                    <a:pt x="3963918" y="769996"/>
                  </a:lnTo>
                  <a:lnTo>
                    <a:pt x="3963918" y="777362"/>
                  </a:lnTo>
                  <a:lnTo>
                    <a:pt x="3956552" y="777362"/>
                  </a:lnTo>
                  <a:lnTo>
                    <a:pt x="3956552" y="7366"/>
                  </a:lnTo>
                  <a:lnTo>
                    <a:pt x="3963918" y="7366"/>
                  </a:lnTo>
                  <a:lnTo>
                    <a:pt x="3963918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FFAA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7104774" y="3340808"/>
            <a:ext cx="1690992" cy="269634"/>
          </a:xfrm>
          <a:custGeom>
            <a:avLst/>
            <a:gdLst/>
            <a:ahLst/>
            <a:cxnLst/>
            <a:rect r="r" b="b" t="t" l="l"/>
            <a:pathLst>
              <a:path h="269634" w="1690992">
                <a:moveTo>
                  <a:pt x="0" y="0"/>
                </a:moveTo>
                <a:lnTo>
                  <a:pt x="1690992" y="0"/>
                </a:lnTo>
                <a:lnTo>
                  <a:pt x="1690992" y="269634"/>
                </a:lnTo>
                <a:lnTo>
                  <a:pt x="0" y="269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6345117" y="4968050"/>
            <a:ext cx="4098407" cy="911781"/>
            <a:chOff x="0" y="0"/>
            <a:chExt cx="4098404" cy="9117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70866" y="70866"/>
              <a:ext cx="3956552" cy="769996"/>
            </a:xfrm>
            <a:custGeom>
              <a:avLst/>
              <a:gdLst/>
              <a:ahLst/>
              <a:cxnLst/>
              <a:rect r="r" b="b" t="t" l="l"/>
              <a:pathLst>
                <a:path h="769996" w="3956552">
                  <a:moveTo>
                    <a:pt x="0" y="0"/>
                  </a:moveTo>
                  <a:lnTo>
                    <a:pt x="3956552" y="0"/>
                  </a:lnTo>
                  <a:lnTo>
                    <a:pt x="3956552" y="769996"/>
                  </a:lnTo>
                  <a:lnTo>
                    <a:pt x="0" y="769996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3971284" cy="784728"/>
            </a:xfrm>
            <a:custGeom>
              <a:avLst/>
              <a:gdLst/>
              <a:ahLst/>
              <a:cxnLst/>
              <a:rect r="r" b="b" t="t" l="l"/>
              <a:pathLst>
                <a:path h="784728" w="3971284">
                  <a:moveTo>
                    <a:pt x="7366" y="0"/>
                  </a:moveTo>
                  <a:lnTo>
                    <a:pt x="3963918" y="0"/>
                  </a:lnTo>
                  <a:cubicBezTo>
                    <a:pt x="3967982" y="0"/>
                    <a:pt x="3971284" y="3302"/>
                    <a:pt x="3971284" y="7366"/>
                  </a:cubicBezTo>
                  <a:lnTo>
                    <a:pt x="3971284" y="777362"/>
                  </a:lnTo>
                  <a:cubicBezTo>
                    <a:pt x="3971284" y="781426"/>
                    <a:pt x="3967982" y="784728"/>
                    <a:pt x="3963918" y="784728"/>
                  </a:cubicBezTo>
                  <a:lnTo>
                    <a:pt x="7366" y="784728"/>
                  </a:lnTo>
                  <a:cubicBezTo>
                    <a:pt x="3302" y="784728"/>
                    <a:pt x="0" y="781426"/>
                    <a:pt x="0" y="777362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777362"/>
                  </a:lnTo>
                  <a:lnTo>
                    <a:pt x="7366" y="777362"/>
                  </a:lnTo>
                  <a:lnTo>
                    <a:pt x="7366" y="769996"/>
                  </a:lnTo>
                  <a:lnTo>
                    <a:pt x="3963918" y="769996"/>
                  </a:lnTo>
                  <a:lnTo>
                    <a:pt x="3963918" y="777362"/>
                  </a:lnTo>
                  <a:lnTo>
                    <a:pt x="3956552" y="777362"/>
                  </a:lnTo>
                  <a:lnTo>
                    <a:pt x="3956552" y="7366"/>
                  </a:lnTo>
                  <a:lnTo>
                    <a:pt x="3963918" y="7366"/>
                  </a:lnTo>
                  <a:lnTo>
                    <a:pt x="3963918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7109603" y="4239920"/>
            <a:ext cx="954748" cy="301914"/>
          </a:xfrm>
          <a:custGeom>
            <a:avLst/>
            <a:gdLst/>
            <a:ahLst/>
            <a:cxnLst/>
            <a:rect r="r" b="b" t="t" l="l"/>
            <a:pathLst>
              <a:path h="301914" w="954748">
                <a:moveTo>
                  <a:pt x="0" y="0"/>
                </a:moveTo>
                <a:lnTo>
                  <a:pt x="954748" y="0"/>
                </a:lnTo>
                <a:lnTo>
                  <a:pt x="954748" y="301914"/>
                </a:lnTo>
                <a:lnTo>
                  <a:pt x="0" y="3019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544361" y="1617088"/>
            <a:ext cx="384962" cy="384962"/>
            <a:chOff x="0" y="0"/>
            <a:chExt cx="513283" cy="5132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3334" cy="513334"/>
            </a:xfrm>
            <a:custGeom>
              <a:avLst/>
              <a:gdLst/>
              <a:ahLst/>
              <a:cxnLst/>
              <a:rect r="r" b="b" t="t" l="l"/>
              <a:pathLst>
                <a:path h="513334" w="513334">
                  <a:moveTo>
                    <a:pt x="0" y="0"/>
                  </a:moveTo>
                  <a:lnTo>
                    <a:pt x="513334" y="0"/>
                  </a:lnTo>
                  <a:lnTo>
                    <a:pt x="513334" y="513334"/>
                  </a:lnTo>
                  <a:lnTo>
                    <a:pt x="0" y="513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9" b="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44361" y="2515333"/>
            <a:ext cx="384962" cy="384962"/>
            <a:chOff x="0" y="0"/>
            <a:chExt cx="513283" cy="51328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3334" cy="513334"/>
            </a:xfrm>
            <a:custGeom>
              <a:avLst/>
              <a:gdLst/>
              <a:ahLst/>
              <a:cxnLst/>
              <a:rect r="r" b="b" t="t" l="l"/>
              <a:pathLst>
                <a:path h="513334" w="513334">
                  <a:moveTo>
                    <a:pt x="0" y="0"/>
                  </a:moveTo>
                  <a:lnTo>
                    <a:pt x="513334" y="0"/>
                  </a:lnTo>
                  <a:lnTo>
                    <a:pt x="513334" y="513334"/>
                  </a:lnTo>
                  <a:lnTo>
                    <a:pt x="0" y="513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9" b="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44361" y="3413579"/>
            <a:ext cx="384962" cy="384962"/>
            <a:chOff x="0" y="0"/>
            <a:chExt cx="513283" cy="5132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334" cy="513334"/>
            </a:xfrm>
            <a:custGeom>
              <a:avLst/>
              <a:gdLst/>
              <a:ahLst/>
              <a:cxnLst/>
              <a:rect r="r" b="b" t="t" l="l"/>
              <a:pathLst>
                <a:path h="513334" w="513334">
                  <a:moveTo>
                    <a:pt x="0" y="0"/>
                  </a:moveTo>
                  <a:lnTo>
                    <a:pt x="513334" y="0"/>
                  </a:lnTo>
                  <a:lnTo>
                    <a:pt x="513334" y="513334"/>
                  </a:lnTo>
                  <a:lnTo>
                    <a:pt x="0" y="513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9" b="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544361" y="4311825"/>
            <a:ext cx="384962" cy="384962"/>
            <a:chOff x="0" y="0"/>
            <a:chExt cx="513283" cy="5132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3334" cy="513334"/>
            </a:xfrm>
            <a:custGeom>
              <a:avLst/>
              <a:gdLst/>
              <a:ahLst/>
              <a:cxnLst/>
              <a:rect r="r" b="b" t="t" l="l"/>
              <a:pathLst>
                <a:path h="513334" w="513334">
                  <a:moveTo>
                    <a:pt x="0" y="0"/>
                  </a:moveTo>
                  <a:lnTo>
                    <a:pt x="513334" y="0"/>
                  </a:lnTo>
                  <a:lnTo>
                    <a:pt x="513334" y="513334"/>
                  </a:lnTo>
                  <a:lnTo>
                    <a:pt x="0" y="513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9" b="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544361" y="5210070"/>
            <a:ext cx="384962" cy="384962"/>
            <a:chOff x="0" y="0"/>
            <a:chExt cx="513283" cy="5132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3334" cy="513334"/>
            </a:xfrm>
            <a:custGeom>
              <a:avLst/>
              <a:gdLst/>
              <a:ahLst/>
              <a:cxnLst/>
              <a:rect r="r" b="b" t="t" l="l"/>
              <a:pathLst>
                <a:path h="513334" w="513334">
                  <a:moveTo>
                    <a:pt x="0" y="0"/>
                  </a:moveTo>
                  <a:lnTo>
                    <a:pt x="513334" y="0"/>
                  </a:lnTo>
                  <a:lnTo>
                    <a:pt x="513334" y="513334"/>
                  </a:lnTo>
                  <a:lnTo>
                    <a:pt x="0" y="513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9" b="9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7109784" y="5140519"/>
            <a:ext cx="1470898" cy="298171"/>
          </a:xfrm>
          <a:custGeom>
            <a:avLst/>
            <a:gdLst/>
            <a:ahLst/>
            <a:cxnLst/>
            <a:rect r="r" b="b" t="t" l="l"/>
            <a:pathLst>
              <a:path h="298171" w="1470898">
                <a:moveTo>
                  <a:pt x="0" y="0"/>
                </a:moveTo>
                <a:lnTo>
                  <a:pt x="1470898" y="0"/>
                </a:lnTo>
                <a:lnTo>
                  <a:pt x="1470898" y="298170"/>
                </a:lnTo>
                <a:lnTo>
                  <a:pt x="0" y="29817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34667" y="304248"/>
            <a:ext cx="4960639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SIMULATION CENTER 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29905" y="1061857"/>
            <a:ext cx="2309927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344">
                <a:solidFill>
                  <a:srgbClr val="FF6D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SIMULATE VARIABLES 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64581" y="4241835"/>
            <a:ext cx="1169994" cy="5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 Type </a:t>
            </a:r>
          </a:p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Highway, city, rural 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164581" y="1547098"/>
            <a:ext cx="1457820" cy="5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Vehicle Speed </a:t>
            </a:r>
          </a:p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km/h threshold triggers 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164581" y="2445344"/>
            <a:ext cx="1366933" cy="5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Impact Intensity </a:t>
            </a:r>
          </a:p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Collision force analysis 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164581" y="5140081"/>
            <a:ext cx="1533573" cy="5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Passenger Count </a:t>
            </a:r>
          </a:p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Occupancy-based triage 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64581" y="3343589"/>
            <a:ext cx="1650883" cy="5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Weather Conditions </a:t>
            </a:r>
          </a:p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Rain, fog, clear, storm 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7739" y="836466"/>
            <a:ext cx="3421885" cy="42777"/>
            <a:chOff x="0" y="0"/>
            <a:chExt cx="3421888" cy="4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21888" cy="42799"/>
            </a:xfrm>
            <a:custGeom>
              <a:avLst/>
              <a:gdLst/>
              <a:ahLst/>
              <a:cxnLst/>
              <a:rect r="r" b="b" t="t" l="l"/>
              <a:pathLst>
                <a:path h="42799" w="3421888">
                  <a:moveTo>
                    <a:pt x="0" y="0"/>
                  </a:moveTo>
                  <a:lnTo>
                    <a:pt x="3421888" y="0"/>
                  </a:lnTo>
                  <a:lnTo>
                    <a:pt x="3421888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87128" y="350168"/>
            <a:ext cx="5223929" cy="377800"/>
          </a:xfrm>
          <a:custGeom>
            <a:avLst/>
            <a:gdLst/>
            <a:ahLst/>
            <a:cxnLst/>
            <a:rect r="r" b="b" t="t" l="l"/>
            <a:pathLst>
              <a:path h="377800" w="5223929">
                <a:moveTo>
                  <a:pt x="0" y="0"/>
                </a:moveTo>
                <a:lnTo>
                  <a:pt x="5223929" y="0"/>
                </a:lnTo>
                <a:lnTo>
                  <a:pt x="5223929" y="377799"/>
                </a:lnTo>
                <a:lnTo>
                  <a:pt x="0" y="3777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4266" y="1018251"/>
            <a:ext cx="5988301" cy="4491228"/>
            <a:chOff x="0" y="0"/>
            <a:chExt cx="7984401" cy="5988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84363" cy="5988304"/>
            </a:xfrm>
            <a:custGeom>
              <a:avLst/>
              <a:gdLst/>
              <a:ahLst/>
              <a:cxnLst/>
              <a:rect r="r" b="b" t="t" l="l"/>
              <a:pathLst>
                <a:path h="5988304" w="7984363">
                  <a:moveTo>
                    <a:pt x="0" y="0"/>
                  </a:moveTo>
                  <a:lnTo>
                    <a:pt x="7984363" y="0"/>
                  </a:lnTo>
                  <a:lnTo>
                    <a:pt x="7984363" y="5988304"/>
                  </a:lnTo>
                  <a:lnTo>
                    <a:pt x="0" y="598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341402" y="1371352"/>
            <a:ext cx="4105837" cy="1111682"/>
            <a:chOff x="0" y="0"/>
            <a:chExt cx="4105834" cy="11116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4676" y="74676"/>
              <a:ext cx="3956556" cy="962404"/>
            </a:xfrm>
            <a:custGeom>
              <a:avLst/>
              <a:gdLst/>
              <a:ahLst/>
              <a:cxnLst/>
              <a:rect r="r" b="b" t="t" l="l"/>
              <a:pathLst>
                <a:path h="962404" w="3956556">
                  <a:moveTo>
                    <a:pt x="0" y="0"/>
                  </a:moveTo>
                  <a:lnTo>
                    <a:pt x="3956555" y="0"/>
                  </a:lnTo>
                  <a:lnTo>
                    <a:pt x="3956555" y="962404"/>
                  </a:lnTo>
                  <a:lnTo>
                    <a:pt x="0" y="962404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978908" cy="984756"/>
            </a:xfrm>
            <a:custGeom>
              <a:avLst/>
              <a:gdLst/>
              <a:ahLst/>
              <a:cxnLst/>
              <a:rect r="r" b="b" t="t" l="l"/>
              <a:pathLst>
                <a:path h="984756" w="3978908">
                  <a:moveTo>
                    <a:pt x="11176" y="0"/>
                  </a:moveTo>
                  <a:lnTo>
                    <a:pt x="3967731" y="0"/>
                  </a:lnTo>
                  <a:cubicBezTo>
                    <a:pt x="3973828" y="0"/>
                    <a:pt x="3978908" y="4953"/>
                    <a:pt x="3978908" y="11176"/>
                  </a:cubicBezTo>
                  <a:lnTo>
                    <a:pt x="3978908" y="973580"/>
                  </a:lnTo>
                  <a:cubicBezTo>
                    <a:pt x="3978908" y="979676"/>
                    <a:pt x="3973954" y="984756"/>
                    <a:pt x="3967731" y="984756"/>
                  </a:cubicBezTo>
                  <a:lnTo>
                    <a:pt x="11176" y="984756"/>
                  </a:lnTo>
                  <a:cubicBezTo>
                    <a:pt x="5080" y="984756"/>
                    <a:pt x="0" y="979803"/>
                    <a:pt x="0" y="973580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973580"/>
                  </a:lnTo>
                  <a:lnTo>
                    <a:pt x="11176" y="973580"/>
                  </a:lnTo>
                  <a:lnTo>
                    <a:pt x="11176" y="962404"/>
                  </a:lnTo>
                  <a:lnTo>
                    <a:pt x="3967731" y="962404"/>
                  </a:lnTo>
                  <a:lnTo>
                    <a:pt x="3967731" y="973580"/>
                  </a:lnTo>
                  <a:lnTo>
                    <a:pt x="3956555" y="973580"/>
                  </a:lnTo>
                  <a:lnTo>
                    <a:pt x="3956555" y="11176"/>
                  </a:lnTo>
                  <a:lnTo>
                    <a:pt x="3967731" y="11176"/>
                  </a:lnTo>
                  <a:lnTo>
                    <a:pt x="3967731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4676" y="74676"/>
              <a:ext cx="3956556" cy="53467"/>
            </a:xfrm>
            <a:custGeom>
              <a:avLst/>
              <a:gdLst/>
              <a:ahLst/>
              <a:cxnLst/>
              <a:rect r="r" b="b" t="t" l="l"/>
              <a:pathLst>
                <a:path h="53467" w="3956556">
                  <a:moveTo>
                    <a:pt x="0" y="0"/>
                  </a:moveTo>
                  <a:lnTo>
                    <a:pt x="3956555" y="0"/>
                  </a:lnTo>
                  <a:lnTo>
                    <a:pt x="3956555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341402" y="2547623"/>
            <a:ext cx="4105837" cy="1111682"/>
            <a:chOff x="0" y="0"/>
            <a:chExt cx="4105834" cy="11116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4676" y="74676"/>
              <a:ext cx="3956556" cy="962404"/>
            </a:xfrm>
            <a:custGeom>
              <a:avLst/>
              <a:gdLst/>
              <a:ahLst/>
              <a:cxnLst/>
              <a:rect r="r" b="b" t="t" l="l"/>
              <a:pathLst>
                <a:path h="962404" w="3956556">
                  <a:moveTo>
                    <a:pt x="0" y="0"/>
                  </a:moveTo>
                  <a:lnTo>
                    <a:pt x="3956555" y="0"/>
                  </a:lnTo>
                  <a:lnTo>
                    <a:pt x="3956555" y="962404"/>
                  </a:lnTo>
                  <a:lnTo>
                    <a:pt x="0" y="962404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3978908" cy="984756"/>
            </a:xfrm>
            <a:custGeom>
              <a:avLst/>
              <a:gdLst/>
              <a:ahLst/>
              <a:cxnLst/>
              <a:rect r="r" b="b" t="t" l="l"/>
              <a:pathLst>
                <a:path h="984756" w="3978908">
                  <a:moveTo>
                    <a:pt x="11176" y="0"/>
                  </a:moveTo>
                  <a:lnTo>
                    <a:pt x="3967731" y="0"/>
                  </a:lnTo>
                  <a:cubicBezTo>
                    <a:pt x="3973828" y="0"/>
                    <a:pt x="3978908" y="4953"/>
                    <a:pt x="3978908" y="11176"/>
                  </a:cubicBezTo>
                  <a:lnTo>
                    <a:pt x="3978908" y="973580"/>
                  </a:lnTo>
                  <a:cubicBezTo>
                    <a:pt x="3978908" y="979676"/>
                    <a:pt x="3973954" y="984756"/>
                    <a:pt x="3967731" y="984756"/>
                  </a:cubicBezTo>
                  <a:lnTo>
                    <a:pt x="11176" y="984756"/>
                  </a:lnTo>
                  <a:cubicBezTo>
                    <a:pt x="5080" y="984756"/>
                    <a:pt x="0" y="979803"/>
                    <a:pt x="0" y="973580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973580"/>
                  </a:lnTo>
                  <a:lnTo>
                    <a:pt x="11176" y="973580"/>
                  </a:lnTo>
                  <a:lnTo>
                    <a:pt x="11176" y="962404"/>
                  </a:lnTo>
                  <a:lnTo>
                    <a:pt x="3967731" y="962404"/>
                  </a:lnTo>
                  <a:lnTo>
                    <a:pt x="3967731" y="973580"/>
                  </a:lnTo>
                  <a:lnTo>
                    <a:pt x="3956555" y="973580"/>
                  </a:lnTo>
                  <a:lnTo>
                    <a:pt x="3956555" y="11176"/>
                  </a:lnTo>
                  <a:lnTo>
                    <a:pt x="3967731" y="11176"/>
                  </a:lnTo>
                  <a:lnTo>
                    <a:pt x="3967731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00FF8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4676" y="74676"/>
              <a:ext cx="3956556" cy="53467"/>
            </a:xfrm>
            <a:custGeom>
              <a:avLst/>
              <a:gdLst/>
              <a:ahLst/>
              <a:cxnLst/>
              <a:rect r="r" b="b" t="t" l="l"/>
              <a:pathLst>
                <a:path h="53467" w="3956556">
                  <a:moveTo>
                    <a:pt x="0" y="0"/>
                  </a:moveTo>
                  <a:lnTo>
                    <a:pt x="3956555" y="0"/>
                  </a:lnTo>
                  <a:lnTo>
                    <a:pt x="3956555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00FF88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216445" y="1609811"/>
            <a:ext cx="1871358" cy="277273"/>
          </a:xfrm>
          <a:custGeom>
            <a:avLst/>
            <a:gdLst/>
            <a:ahLst/>
            <a:cxnLst/>
            <a:rect r="r" b="b" t="t" l="l"/>
            <a:pathLst>
              <a:path h="277273" w="1871358">
                <a:moveTo>
                  <a:pt x="0" y="0"/>
                </a:moveTo>
                <a:lnTo>
                  <a:pt x="1871357" y="0"/>
                </a:lnTo>
                <a:lnTo>
                  <a:pt x="1871357" y="277272"/>
                </a:lnTo>
                <a:lnTo>
                  <a:pt x="0" y="277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341402" y="3723904"/>
            <a:ext cx="4105837" cy="1111682"/>
            <a:chOff x="0" y="0"/>
            <a:chExt cx="4105834" cy="11116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4676" y="74676"/>
              <a:ext cx="3956556" cy="962404"/>
            </a:xfrm>
            <a:custGeom>
              <a:avLst/>
              <a:gdLst/>
              <a:ahLst/>
              <a:cxnLst/>
              <a:rect r="r" b="b" t="t" l="l"/>
              <a:pathLst>
                <a:path h="962404" w="3956556">
                  <a:moveTo>
                    <a:pt x="0" y="0"/>
                  </a:moveTo>
                  <a:lnTo>
                    <a:pt x="3956555" y="0"/>
                  </a:lnTo>
                  <a:lnTo>
                    <a:pt x="3956555" y="962404"/>
                  </a:lnTo>
                  <a:lnTo>
                    <a:pt x="0" y="962404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3978908" cy="984756"/>
            </a:xfrm>
            <a:custGeom>
              <a:avLst/>
              <a:gdLst/>
              <a:ahLst/>
              <a:cxnLst/>
              <a:rect r="r" b="b" t="t" l="l"/>
              <a:pathLst>
                <a:path h="984756" w="3978908">
                  <a:moveTo>
                    <a:pt x="11176" y="0"/>
                  </a:moveTo>
                  <a:lnTo>
                    <a:pt x="3967731" y="0"/>
                  </a:lnTo>
                  <a:cubicBezTo>
                    <a:pt x="3973828" y="0"/>
                    <a:pt x="3978908" y="4953"/>
                    <a:pt x="3978908" y="11176"/>
                  </a:cubicBezTo>
                  <a:lnTo>
                    <a:pt x="3978908" y="973580"/>
                  </a:lnTo>
                  <a:cubicBezTo>
                    <a:pt x="3978908" y="979676"/>
                    <a:pt x="3973954" y="984756"/>
                    <a:pt x="3967731" y="984756"/>
                  </a:cubicBezTo>
                  <a:lnTo>
                    <a:pt x="11176" y="984756"/>
                  </a:lnTo>
                  <a:cubicBezTo>
                    <a:pt x="5080" y="984756"/>
                    <a:pt x="0" y="979803"/>
                    <a:pt x="0" y="973580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973580"/>
                  </a:lnTo>
                  <a:lnTo>
                    <a:pt x="11176" y="973580"/>
                  </a:lnTo>
                  <a:lnTo>
                    <a:pt x="11176" y="962404"/>
                  </a:lnTo>
                  <a:lnTo>
                    <a:pt x="3967731" y="962404"/>
                  </a:lnTo>
                  <a:lnTo>
                    <a:pt x="3967731" y="973580"/>
                  </a:lnTo>
                  <a:lnTo>
                    <a:pt x="3956555" y="973580"/>
                  </a:lnTo>
                  <a:lnTo>
                    <a:pt x="3956555" y="11176"/>
                  </a:lnTo>
                  <a:lnTo>
                    <a:pt x="3967731" y="11176"/>
                  </a:lnTo>
                  <a:lnTo>
                    <a:pt x="3967731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4676" y="74676"/>
              <a:ext cx="3956556" cy="53467"/>
            </a:xfrm>
            <a:custGeom>
              <a:avLst/>
              <a:gdLst/>
              <a:ahLst/>
              <a:cxnLst/>
              <a:rect r="r" b="b" t="t" l="l"/>
              <a:pathLst>
                <a:path h="53467" w="3956556">
                  <a:moveTo>
                    <a:pt x="0" y="0"/>
                  </a:moveTo>
                  <a:lnTo>
                    <a:pt x="3956555" y="0"/>
                  </a:lnTo>
                  <a:lnTo>
                    <a:pt x="3956555" y="53467"/>
                  </a:lnTo>
                  <a:lnTo>
                    <a:pt x="0" y="53467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217626" y="2786091"/>
            <a:ext cx="875090" cy="313573"/>
          </a:xfrm>
          <a:custGeom>
            <a:avLst/>
            <a:gdLst/>
            <a:ahLst/>
            <a:cxnLst/>
            <a:rect r="r" b="b" t="t" l="l"/>
            <a:pathLst>
              <a:path h="313573" w="875090">
                <a:moveTo>
                  <a:pt x="0" y="0"/>
                </a:moveTo>
                <a:lnTo>
                  <a:pt x="875090" y="0"/>
                </a:lnTo>
                <a:lnTo>
                  <a:pt x="875090" y="313573"/>
                </a:lnTo>
                <a:lnTo>
                  <a:pt x="0" y="31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544361" y="1659855"/>
            <a:ext cx="481203" cy="481203"/>
            <a:chOff x="0" y="0"/>
            <a:chExt cx="641604" cy="6416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1604" cy="641604"/>
            </a:xfrm>
            <a:custGeom>
              <a:avLst/>
              <a:gdLst/>
              <a:ahLst/>
              <a:cxnLst/>
              <a:rect r="r" b="b" t="t" l="l"/>
              <a:pathLst>
                <a:path h="641604" w="641604">
                  <a:moveTo>
                    <a:pt x="0" y="0"/>
                  </a:moveTo>
                  <a:lnTo>
                    <a:pt x="641604" y="0"/>
                  </a:lnTo>
                  <a:lnTo>
                    <a:pt x="641604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44361" y="2836135"/>
            <a:ext cx="481203" cy="481203"/>
            <a:chOff x="0" y="0"/>
            <a:chExt cx="641604" cy="6416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1604" cy="641604"/>
            </a:xfrm>
            <a:custGeom>
              <a:avLst/>
              <a:gdLst/>
              <a:ahLst/>
              <a:cxnLst/>
              <a:rect r="r" b="b" t="t" l="l"/>
              <a:pathLst>
                <a:path h="641604" w="641604">
                  <a:moveTo>
                    <a:pt x="0" y="0"/>
                  </a:moveTo>
                  <a:lnTo>
                    <a:pt x="641604" y="0"/>
                  </a:lnTo>
                  <a:lnTo>
                    <a:pt x="641604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44361" y="4012406"/>
            <a:ext cx="481203" cy="481203"/>
            <a:chOff x="0" y="0"/>
            <a:chExt cx="641604" cy="6416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1604" cy="641604"/>
            </a:xfrm>
            <a:custGeom>
              <a:avLst/>
              <a:gdLst/>
              <a:ahLst/>
              <a:cxnLst/>
              <a:rect r="r" b="b" t="t" l="l"/>
              <a:pathLst>
                <a:path h="641604" w="641604">
                  <a:moveTo>
                    <a:pt x="0" y="0"/>
                  </a:moveTo>
                  <a:lnTo>
                    <a:pt x="641604" y="0"/>
                  </a:lnTo>
                  <a:lnTo>
                    <a:pt x="641604" y="641604"/>
                  </a:lnTo>
                  <a:lnTo>
                    <a:pt x="0" y="64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7217435" y="3962362"/>
            <a:ext cx="1751543" cy="313573"/>
          </a:xfrm>
          <a:custGeom>
            <a:avLst/>
            <a:gdLst/>
            <a:ahLst/>
            <a:cxnLst/>
            <a:rect r="r" b="b" t="t" l="l"/>
            <a:pathLst>
              <a:path h="313573" w="1751543">
                <a:moveTo>
                  <a:pt x="0" y="0"/>
                </a:moveTo>
                <a:lnTo>
                  <a:pt x="1751543" y="0"/>
                </a:lnTo>
                <a:lnTo>
                  <a:pt x="1751543" y="313572"/>
                </a:lnTo>
                <a:lnTo>
                  <a:pt x="0" y="313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34667" y="304248"/>
            <a:ext cx="5309064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EMERGENCY COMMAND DASHBOARD 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29905" y="1061857"/>
            <a:ext cx="916219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352">
                <a:solidFill>
                  <a:srgbClr val="00E5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USED BY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71509" y="4366117"/>
            <a:ext cx="1431284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Incident coordination 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29905" y="4911481"/>
            <a:ext cx="2128133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230">
                <a:solidFill>
                  <a:srgbClr val="00E5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 FEATURES 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29905" y="5156540"/>
            <a:ext cx="47196" cy="81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86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• • • •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30907" y="5157511"/>
            <a:ext cx="1764563" cy="830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Active Incident Tracking  Emergency Unit Monitoring  Severity Indicators  Response Status Updates  Recent Incident Logs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71509" y="3189846"/>
            <a:ext cx="1597924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Pre-arrival patient data 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71509" y="2013566"/>
            <a:ext cx="1976647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Route optimization &amp; dispatch 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71509" y="2786282"/>
            <a:ext cx="821446" cy="27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520" spc="-2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  <a:r>
              <a:rPr lang="en-US" sz="1520" spc="-2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20" spc="-2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1520" spc="-2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20" spc="-2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spitals 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71509" y="3962562"/>
            <a:ext cx="1715233" cy="27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520" spc="-2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Police Departments 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71509" y="1610011"/>
            <a:ext cx="1836430" cy="27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520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Ambulance Services 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7739" y="836466"/>
            <a:ext cx="3208020" cy="42777"/>
            <a:chOff x="0" y="0"/>
            <a:chExt cx="3208020" cy="4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08020" cy="42799"/>
            </a:xfrm>
            <a:custGeom>
              <a:avLst/>
              <a:gdLst/>
              <a:ahLst/>
              <a:cxnLst/>
              <a:rect r="r" b="b" t="t" l="l"/>
              <a:pathLst>
                <a:path h="42799" w="3208020">
                  <a:moveTo>
                    <a:pt x="0" y="0"/>
                  </a:moveTo>
                  <a:lnTo>
                    <a:pt x="3208020" y="0"/>
                  </a:lnTo>
                  <a:lnTo>
                    <a:pt x="3208020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85451" y="350168"/>
            <a:ext cx="4632836" cy="377800"/>
          </a:xfrm>
          <a:custGeom>
            <a:avLst/>
            <a:gdLst/>
            <a:ahLst/>
            <a:cxnLst/>
            <a:rect r="r" b="b" t="t" l="l"/>
            <a:pathLst>
              <a:path h="377800" w="4632836">
                <a:moveTo>
                  <a:pt x="0" y="0"/>
                </a:moveTo>
                <a:lnTo>
                  <a:pt x="4632836" y="0"/>
                </a:lnTo>
                <a:lnTo>
                  <a:pt x="4632836" y="377799"/>
                </a:lnTo>
                <a:lnTo>
                  <a:pt x="0" y="3777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4266" y="1018251"/>
            <a:ext cx="4705093" cy="3421885"/>
            <a:chOff x="0" y="0"/>
            <a:chExt cx="6273457" cy="4562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73419" cy="4562475"/>
            </a:xfrm>
            <a:custGeom>
              <a:avLst/>
              <a:gdLst/>
              <a:ahLst/>
              <a:cxnLst/>
              <a:rect r="r" b="b" t="t" l="l"/>
              <a:pathLst>
                <a:path h="4562475" w="6273419">
                  <a:moveTo>
                    <a:pt x="0" y="0"/>
                  </a:moveTo>
                  <a:lnTo>
                    <a:pt x="6273419" y="0"/>
                  </a:lnTo>
                  <a:lnTo>
                    <a:pt x="6273419" y="4562475"/>
                  </a:lnTo>
                  <a:lnTo>
                    <a:pt x="0" y="4562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03343" y="4529614"/>
            <a:ext cx="4846949" cy="1104262"/>
          </a:xfrm>
          <a:custGeom>
            <a:avLst/>
            <a:gdLst/>
            <a:ahLst/>
            <a:cxnLst/>
            <a:rect r="r" b="b" t="t" l="l"/>
            <a:pathLst>
              <a:path h="1104262" w="4846949">
                <a:moveTo>
                  <a:pt x="0" y="0"/>
                </a:moveTo>
                <a:lnTo>
                  <a:pt x="4846948" y="0"/>
                </a:lnTo>
                <a:lnTo>
                  <a:pt x="4846948" y="1104262"/>
                </a:lnTo>
                <a:lnTo>
                  <a:pt x="0" y="1104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61417" y="3613252"/>
            <a:ext cx="5289537" cy="2028053"/>
          </a:xfrm>
          <a:custGeom>
            <a:avLst/>
            <a:gdLst/>
            <a:ahLst/>
            <a:cxnLst/>
            <a:rect r="r" b="b" t="t" l="l"/>
            <a:pathLst>
              <a:path h="2028053" w="5289537">
                <a:moveTo>
                  <a:pt x="0" y="0"/>
                </a:moveTo>
                <a:lnTo>
                  <a:pt x="5289537" y="0"/>
                </a:lnTo>
                <a:lnTo>
                  <a:pt x="5289537" y="2028053"/>
                </a:lnTo>
                <a:lnTo>
                  <a:pt x="0" y="20280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76266" y="954757"/>
            <a:ext cx="5259829" cy="2586485"/>
          </a:xfrm>
          <a:custGeom>
            <a:avLst/>
            <a:gdLst/>
            <a:ahLst/>
            <a:cxnLst/>
            <a:rect r="r" b="b" t="t" l="l"/>
            <a:pathLst>
              <a:path h="2586485" w="5259829">
                <a:moveTo>
                  <a:pt x="0" y="0"/>
                </a:moveTo>
                <a:lnTo>
                  <a:pt x="5259829" y="0"/>
                </a:lnTo>
                <a:lnTo>
                  <a:pt x="5259829" y="2586486"/>
                </a:lnTo>
                <a:lnTo>
                  <a:pt x="0" y="25864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4667" y="304248"/>
            <a:ext cx="4703112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ANALYTICS &amp; EMERGENCY MODE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28876" y="1432779"/>
            <a:ext cx="188538" cy="184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4"/>
              </a:lnSpc>
            </a:pPr>
            <a:r>
              <a:rPr lang="en-US" sz="1403" spc="-19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14 12 10 8 6 4 2 0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18025" y="3177121"/>
            <a:ext cx="276139" cy="23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1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Jan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59089" y="3177121"/>
            <a:ext cx="300704" cy="23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19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Feb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07583" y="3177121"/>
            <a:ext cx="322536" cy="23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5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70916" y="3177121"/>
            <a:ext cx="307391" cy="23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9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Apr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04561" y="3177121"/>
            <a:ext cx="341890" cy="23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5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May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05032" y="3177121"/>
            <a:ext cx="260995" cy="23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9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Jun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70005" y="1117644"/>
            <a:ext cx="2359133" cy="23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5">
                <a:solidFill>
                  <a:srgbClr val="FF1744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Response Time Trend (Minutes) 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07098" y="3876227"/>
            <a:ext cx="226171" cy="6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520" spc="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</a:t>
            </a:r>
          </a:p>
          <a:p>
            <a:pPr algn="l">
              <a:lnSpc>
                <a:spcPts val="1637"/>
              </a:lnSpc>
            </a:pPr>
            <a:r>
              <a:rPr lang="en-US" sz="1169">
                <a:solidFill>
                  <a:srgbClr val="FFAAAA"/>
                </a:solidFill>
                <a:latin typeface="IBM Plex Sans"/>
                <a:ea typeface="IBM Plex Sans"/>
                <a:cs typeface="IBM Plex Sans"/>
                <a:sym typeface="IBM Plex Sans"/>
              </a:rPr>
              <a:t>⚡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70471" y="3839585"/>
            <a:ext cx="2215153" cy="27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520" spc="-2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EMERGENCY MODE ACTIVE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07098" y="4780893"/>
            <a:ext cx="226171" cy="20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>
                <a:solidFill>
                  <a:srgbClr val="FFAAAA"/>
                </a:solidFill>
                <a:latin typeface="IBM Plex Sans"/>
                <a:ea typeface="IBM Plex Sans"/>
                <a:cs typeface="IBM Plex Sans"/>
                <a:sym typeface="IBM Plex Sans"/>
              </a:rPr>
              <a:t>⚡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66586" y="4331770"/>
            <a:ext cx="226171" cy="20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>
                <a:solidFill>
                  <a:srgbClr val="FFAAAA"/>
                </a:solidFill>
                <a:latin typeface="IBM Plex Sans"/>
                <a:ea typeface="IBM Plex Sans"/>
                <a:cs typeface="IBM Plex Sans"/>
                <a:sym typeface="IBM Plex Sans"/>
              </a:rPr>
              <a:t>⚡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66586" y="4780893"/>
            <a:ext cx="226171" cy="20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>
                <a:solidFill>
                  <a:srgbClr val="FFAAAA"/>
                </a:solidFill>
                <a:latin typeface="IBM Plex Sans"/>
                <a:ea typeface="IBM Plex Sans"/>
                <a:cs typeface="IBM Plex Sans"/>
                <a:sym typeface="IBM Plex Sans"/>
              </a:rPr>
              <a:t>⚡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604" y="4697616"/>
            <a:ext cx="2809837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230">
                <a:solidFill>
                  <a:srgbClr val="FF6D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MONTHLY SEVERITY ANALYSIS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5569" y="5056422"/>
            <a:ext cx="611315" cy="2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3792" y="5207032"/>
            <a:ext cx="295113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18% 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07483" y="5125345"/>
            <a:ext cx="643538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 32% 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87710" y="5125345"/>
            <a:ext cx="840476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MEDIUM 35% 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46160" y="5125345"/>
            <a:ext cx="643538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 15%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21696" y="4350077"/>
            <a:ext cx="1173747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FFAA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Alert Overlay 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21696" y="4799200"/>
            <a:ext cx="1613068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FFAAAA"/>
                </a:solidFill>
                <a:latin typeface="IBM Plex Sans"/>
                <a:ea typeface="IBM Plex Sans"/>
                <a:cs typeface="IBM Plex Sans"/>
                <a:sym typeface="IBM Plex Sans"/>
              </a:rPr>
              <a:t>Emergency Notifications 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81184" y="4350077"/>
            <a:ext cx="1204046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FFAAAA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Dispatch Controls 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81184" y="4799200"/>
            <a:ext cx="1340387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-16">
                <a:solidFill>
                  <a:srgbClr val="FFAAA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System Monitor 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7739" y="836466"/>
            <a:ext cx="3208020" cy="42777"/>
            <a:chOff x="0" y="0"/>
            <a:chExt cx="3208020" cy="4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08020" cy="42799"/>
            </a:xfrm>
            <a:custGeom>
              <a:avLst/>
              <a:gdLst/>
              <a:ahLst/>
              <a:cxnLst/>
              <a:rect r="r" b="b" t="t" l="l"/>
              <a:pathLst>
                <a:path h="42799" w="3208020">
                  <a:moveTo>
                    <a:pt x="0" y="0"/>
                  </a:moveTo>
                  <a:lnTo>
                    <a:pt x="3208020" y="0"/>
                  </a:lnTo>
                  <a:lnTo>
                    <a:pt x="3208020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79146" y="352882"/>
            <a:ext cx="4698540" cy="375085"/>
          </a:xfrm>
          <a:custGeom>
            <a:avLst/>
            <a:gdLst/>
            <a:ahLst/>
            <a:cxnLst/>
            <a:rect r="r" b="b" t="t" l="l"/>
            <a:pathLst>
              <a:path h="375085" w="4698540">
                <a:moveTo>
                  <a:pt x="0" y="0"/>
                </a:moveTo>
                <a:lnTo>
                  <a:pt x="4698539" y="0"/>
                </a:lnTo>
                <a:lnTo>
                  <a:pt x="4698539" y="375085"/>
                </a:lnTo>
                <a:lnTo>
                  <a:pt x="0" y="375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4266" y="1018251"/>
            <a:ext cx="6202175" cy="4598165"/>
            <a:chOff x="0" y="0"/>
            <a:chExt cx="8269567" cy="61308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69605" cy="6130925"/>
            </a:xfrm>
            <a:custGeom>
              <a:avLst/>
              <a:gdLst/>
              <a:ahLst/>
              <a:cxnLst/>
              <a:rect r="r" b="b" t="t" l="l"/>
              <a:pathLst>
                <a:path h="6130925" w="8269605">
                  <a:moveTo>
                    <a:pt x="0" y="0"/>
                  </a:moveTo>
                  <a:lnTo>
                    <a:pt x="8269605" y="0"/>
                  </a:lnTo>
                  <a:lnTo>
                    <a:pt x="8269605" y="6130925"/>
                  </a:lnTo>
                  <a:lnTo>
                    <a:pt x="0" y="6130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58982" y="1375067"/>
            <a:ext cx="3884543" cy="1018708"/>
            <a:chOff x="0" y="0"/>
            <a:chExt cx="3884536" cy="10187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0866" y="70866"/>
              <a:ext cx="3742684" cy="876930"/>
            </a:xfrm>
            <a:custGeom>
              <a:avLst/>
              <a:gdLst/>
              <a:ahLst/>
              <a:cxnLst/>
              <a:rect r="r" b="b" t="t" l="l"/>
              <a:pathLst>
                <a:path h="876930" w="3742684">
                  <a:moveTo>
                    <a:pt x="0" y="0"/>
                  </a:moveTo>
                  <a:lnTo>
                    <a:pt x="3742684" y="0"/>
                  </a:lnTo>
                  <a:lnTo>
                    <a:pt x="3742684" y="876930"/>
                  </a:lnTo>
                  <a:lnTo>
                    <a:pt x="0" y="87693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757416" cy="891662"/>
            </a:xfrm>
            <a:custGeom>
              <a:avLst/>
              <a:gdLst/>
              <a:ahLst/>
              <a:cxnLst/>
              <a:rect r="r" b="b" t="t" l="l"/>
              <a:pathLst>
                <a:path h="891662" w="3757416">
                  <a:moveTo>
                    <a:pt x="7366" y="0"/>
                  </a:moveTo>
                  <a:lnTo>
                    <a:pt x="3750050" y="0"/>
                  </a:lnTo>
                  <a:cubicBezTo>
                    <a:pt x="3754114" y="0"/>
                    <a:pt x="3757416" y="3302"/>
                    <a:pt x="3757416" y="7366"/>
                  </a:cubicBezTo>
                  <a:lnTo>
                    <a:pt x="3757416" y="884296"/>
                  </a:lnTo>
                  <a:cubicBezTo>
                    <a:pt x="3757416" y="888360"/>
                    <a:pt x="3754114" y="891662"/>
                    <a:pt x="3750050" y="891662"/>
                  </a:cubicBezTo>
                  <a:lnTo>
                    <a:pt x="7366" y="891662"/>
                  </a:lnTo>
                  <a:cubicBezTo>
                    <a:pt x="3302" y="891662"/>
                    <a:pt x="0" y="888360"/>
                    <a:pt x="0" y="884296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884296"/>
                  </a:lnTo>
                  <a:lnTo>
                    <a:pt x="7366" y="884296"/>
                  </a:lnTo>
                  <a:lnTo>
                    <a:pt x="7366" y="876930"/>
                  </a:lnTo>
                  <a:lnTo>
                    <a:pt x="3750050" y="876930"/>
                  </a:lnTo>
                  <a:lnTo>
                    <a:pt x="3750050" y="884296"/>
                  </a:lnTo>
                  <a:lnTo>
                    <a:pt x="3742684" y="884296"/>
                  </a:lnTo>
                  <a:lnTo>
                    <a:pt x="3742684" y="7366"/>
                  </a:lnTo>
                  <a:lnTo>
                    <a:pt x="3750050" y="7366"/>
                  </a:lnTo>
                  <a:lnTo>
                    <a:pt x="3750050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F7DF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58982" y="2444401"/>
            <a:ext cx="3884543" cy="1018708"/>
            <a:chOff x="0" y="0"/>
            <a:chExt cx="3884536" cy="10187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0866" y="70866"/>
              <a:ext cx="3742684" cy="876930"/>
            </a:xfrm>
            <a:custGeom>
              <a:avLst/>
              <a:gdLst/>
              <a:ahLst/>
              <a:cxnLst/>
              <a:rect r="r" b="b" t="t" l="l"/>
              <a:pathLst>
                <a:path h="876930" w="3742684">
                  <a:moveTo>
                    <a:pt x="0" y="0"/>
                  </a:moveTo>
                  <a:lnTo>
                    <a:pt x="3742684" y="0"/>
                  </a:lnTo>
                  <a:lnTo>
                    <a:pt x="3742684" y="876930"/>
                  </a:lnTo>
                  <a:lnTo>
                    <a:pt x="0" y="87693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757416" cy="891662"/>
            </a:xfrm>
            <a:custGeom>
              <a:avLst/>
              <a:gdLst/>
              <a:ahLst/>
              <a:cxnLst/>
              <a:rect r="r" b="b" t="t" l="l"/>
              <a:pathLst>
                <a:path h="891662" w="3757416">
                  <a:moveTo>
                    <a:pt x="7366" y="0"/>
                  </a:moveTo>
                  <a:lnTo>
                    <a:pt x="3750050" y="0"/>
                  </a:lnTo>
                  <a:cubicBezTo>
                    <a:pt x="3754114" y="0"/>
                    <a:pt x="3757416" y="3302"/>
                    <a:pt x="3757416" y="7366"/>
                  </a:cubicBezTo>
                  <a:lnTo>
                    <a:pt x="3757416" y="884296"/>
                  </a:lnTo>
                  <a:cubicBezTo>
                    <a:pt x="3757416" y="888360"/>
                    <a:pt x="3754114" y="891662"/>
                    <a:pt x="3750050" y="891662"/>
                  </a:cubicBezTo>
                  <a:lnTo>
                    <a:pt x="7366" y="891662"/>
                  </a:lnTo>
                  <a:cubicBezTo>
                    <a:pt x="3302" y="891662"/>
                    <a:pt x="0" y="888360"/>
                    <a:pt x="0" y="884296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884296"/>
                  </a:lnTo>
                  <a:lnTo>
                    <a:pt x="7366" y="884296"/>
                  </a:lnTo>
                  <a:lnTo>
                    <a:pt x="7366" y="876930"/>
                  </a:lnTo>
                  <a:lnTo>
                    <a:pt x="3750050" y="876930"/>
                  </a:lnTo>
                  <a:lnTo>
                    <a:pt x="3750050" y="884296"/>
                  </a:lnTo>
                  <a:lnTo>
                    <a:pt x="3742684" y="884296"/>
                  </a:lnTo>
                  <a:lnTo>
                    <a:pt x="3742684" y="7366"/>
                  </a:lnTo>
                  <a:lnTo>
                    <a:pt x="3750050" y="7366"/>
                  </a:lnTo>
                  <a:lnTo>
                    <a:pt x="3750050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E34F26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345213" y="1568139"/>
            <a:ext cx="965759" cy="296694"/>
          </a:xfrm>
          <a:custGeom>
            <a:avLst/>
            <a:gdLst/>
            <a:ahLst/>
            <a:cxnLst/>
            <a:rect r="r" b="b" t="t" l="l"/>
            <a:pathLst>
              <a:path h="296694" w="965759">
                <a:moveTo>
                  <a:pt x="0" y="0"/>
                </a:moveTo>
                <a:lnTo>
                  <a:pt x="965759" y="0"/>
                </a:lnTo>
                <a:lnTo>
                  <a:pt x="965759" y="296694"/>
                </a:lnTo>
                <a:lnTo>
                  <a:pt x="0" y="29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558982" y="3513744"/>
            <a:ext cx="3884543" cy="1018708"/>
            <a:chOff x="0" y="0"/>
            <a:chExt cx="3884536" cy="10187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0866" y="70866"/>
              <a:ext cx="3742684" cy="876930"/>
            </a:xfrm>
            <a:custGeom>
              <a:avLst/>
              <a:gdLst/>
              <a:ahLst/>
              <a:cxnLst/>
              <a:rect r="r" b="b" t="t" l="l"/>
              <a:pathLst>
                <a:path h="876930" w="3742684">
                  <a:moveTo>
                    <a:pt x="0" y="0"/>
                  </a:moveTo>
                  <a:lnTo>
                    <a:pt x="3742684" y="0"/>
                  </a:lnTo>
                  <a:lnTo>
                    <a:pt x="3742684" y="876930"/>
                  </a:lnTo>
                  <a:lnTo>
                    <a:pt x="0" y="87693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757416" cy="891662"/>
            </a:xfrm>
            <a:custGeom>
              <a:avLst/>
              <a:gdLst/>
              <a:ahLst/>
              <a:cxnLst/>
              <a:rect r="r" b="b" t="t" l="l"/>
              <a:pathLst>
                <a:path h="891662" w="3757416">
                  <a:moveTo>
                    <a:pt x="7366" y="0"/>
                  </a:moveTo>
                  <a:lnTo>
                    <a:pt x="3750050" y="0"/>
                  </a:lnTo>
                  <a:cubicBezTo>
                    <a:pt x="3754114" y="0"/>
                    <a:pt x="3757416" y="3302"/>
                    <a:pt x="3757416" y="7366"/>
                  </a:cubicBezTo>
                  <a:lnTo>
                    <a:pt x="3757416" y="884296"/>
                  </a:lnTo>
                  <a:cubicBezTo>
                    <a:pt x="3757416" y="888360"/>
                    <a:pt x="3754114" y="891662"/>
                    <a:pt x="3750050" y="891662"/>
                  </a:cubicBezTo>
                  <a:lnTo>
                    <a:pt x="7366" y="891662"/>
                  </a:lnTo>
                  <a:cubicBezTo>
                    <a:pt x="3302" y="891662"/>
                    <a:pt x="0" y="888360"/>
                    <a:pt x="0" y="884296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884296"/>
                  </a:lnTo>
                  <a:lnTo>
                    <a:pt x="7366" y="884296"/>
                  </a:lnTo>
                  <a:lnTo>
                    <a:pt x="7366" y="876930"/>
                  </a:lnTo>
                  <a:lnTo>
                    <a:pt x="3750050" y="876930"/>
                  </a:lnTo>
                  <a:lnTo>
                    <a:pt x="3750050" y="884296"/>
                  </a:lnTo>
                  <a:lnTo>
                    <a:pt x="3742684" y="884296"/>
                  </a:lnTo>
                  <a:lnTo>
                    <a:pt x="3742684" y="7366"/>
                  </a:lnTo>
                  <a:lnTo>
                    <a:pt x="3750050" y="7366"/>
                  </a:lnTo>
                  <a:lnTo>
                    <a:pt x="3750050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1572B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345213" y="2638263"/>
            <a:ext cx="620906" cy="260928"/>
            <a:chOff x="0" y="0"/>
            <a:chExt cx="620903" cy="2609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4136"/>
              <a:ext cx="91439" cy="132591"/>
            </a:xfrm>
            <a:custGeom>
              <a:avLst/>
              <a:gdLst/>
              <a:ahLst/>
              <a:cxnLst/>
              <a:rect r="r" b="b" t="t" l="l"/>
              <a:pathLst>
                <a:path h="132591" w="91439">
                  <a:moveTo>
                    <a:pt x="91312" y="132591"/>
                  </a:moveTo>
                  <a:lnTo>
                    <a:pt x="74802" y="132591"/>
                  </a:lnTo>
                  <a:lnTo>
                    <a:pt x="74802" y="80393"/>
                  </a:lnTo>
                  <a:lnTo>
                    <a:pt x="16509" y="80393"/>
                  </a:lnTo>
                  <a:lnTo>
                    <a:pt x="16509" y="132591"/>
                  </a:lnTo>
                  <a:lnTo>
                    <a:pt x="0" y="132591"/>
                  </a:lnTo>
                  <a:lnTo>
                    <a:pt x="0" y="0"/>
                  </a:lnTo>
                  <a:lnTo>
                    <a:pt x="16509" y="0"/>
                  </a:lnTo>
                  <a:lnTo>
                    <a:pt x="16509" y="64010"/>
                  </a:lnTo>
                  <a:lnTo>
                    <a:pt x="74929" y="64010"/>
                  </a:lnTo>
                  <a:lnTo>
                    <a:pt x="74929" y="0"/>
                  </a:lnTo>
                  <a:lnTo>
                    <a:pt x="91439" y="0"/>
                  </a:lnTo>
                  <a:lnTo>
                    <a:pt x="91439" y="132591"/>
                  </a:lnTo>
                  <a:close/>
                </a:path>
              </a:pathLst>
            </a:custGeom>
            <a:solidFill>
              <a:srgbClr val="E34F26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2940" y="64136"/>
              <a:ext cx="85978" cy="132591"/>
            </a:xfrm>
            <a:custGeom>
              <a:avLst/>
              <a:gdLst/>
              <a:ahLst/>
              <a:cxnLst/>
              <a:rect r="r" b="b" t="t" l="l"/>
              <a:pathLst>
                <a:path h="132591" w="85978">
                  <a:moveTo>
                    <a:pt x="51308" y="132591"/>
                  </a:moveTo>
                  <a:lnTo>
                    <a:pt x="34798" y="132591"/>
                  </a:lnTo>
                  <a:lnTo>
                    <a:pt x="34798" y="15876"/>
                  </a:lnTo>
                  <a:lnTo>
                    <a:pt x="0" y="15876"/>
                  </a:lnTo>
                  <a:lnTo>
                    <a:pt x="0" y="0"/>
                  </a:lnTo>
                  <a:lnTo>
                    <a:pt x="85978" y="0"/>
                  </a:lnTo>
                  <a:lnTo>
                    <a:pt x="85978" y="15876"/>
                  </a:lnTo>
                  <a:lnTo>
                    <a:pt x="51308" y="15876"/>
                  </a:lnTo>
                  <a:lnTo>
                    <a:pt x="51308" y="132591"/>
                  </a:lnTo>
                  <a:close/>
                </a:path>
              </a:pathLst>
            </a:custGeom>
            <a:solidFill>
              <a:srgbClr val="E34F26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6538" y="63501"/>
              <a:ext cx="116077" cy="133353"/>
            </a:xfrm>
            <a:custGeom>
              <a:avLst/>
              <a:gdLst/>
              <a:ahLst/>
              <a:cxnLst/>
              <a:rect r="r" b="b" t="t" l="l"/>
              <a:pathLst>
                <a:path h="133353" w="116077">
                  <a:moveTo>
                    <a:pt x="116078" y="133353"/>
                  </a:moveTo>
                  <a:lnTo>
                    <a:pt x="99568" y="133353"/>
                  </a:lnTo>
                  <a:lnTo>
                    <a:pt x="99568" y="30227"/>
                  </a:lnTo>
                  <a:lnTo>
                    <a:pt x="84709" y="48896"/>
                  </a:lnTo>
                  <a:lnTo>
                    <a:pt x="64135" y="74424"/>
                  </a:lnTo>
                  <a:lnTo>
                    <a:pt x="53086" y="74424"/>
                  </a:lnTo>
                  <a:lnTo>
                    <a:pt x="32258" y="48896"/>
                  </a:lnTo>
                  <a:lnTo>
                    <a:pt x="16510" y="29719"/>
                  </a:lnTo>
                  <a:lnTo>
                    <a:pt x="16510" y="133353"/>
                  </a:lnTo>
                  <a:lnTo>
                    <a:pt x="0" y="133353"/>
                  </a:lnTo>
                  <a:lnTo>
                    <a:pt x="0" y="4826"/>
                  </a:lnTo>
                  <a:lnTo>
                    <a:pt x="6858" y="2286"/>
                  </a:lnTo>
                  <a:lnTo>
                    <a:pt x="13589" y="0"/>
                  </a:lnTo>
                  <a:lnTo>
                    <a:pt x="37719" y="29465"/>
                  </a:lnTo>
                  <a:lnTo>
                    <a:pt x="58420" y="55374"/>
                  </a:lnTo>
                  <a:lnTo>
                    <a:pt x="78867" y="29592"/>
                  </a:lnTo>
                  <a:lnTo>
                    <a:pt x="102489" y="254"/>
                  </a:lnTo>
                  <a:lnTo>
                    <a:pt x="109093" y="2413"/>
                  </a:lnTo>
                  <a:lnTo>
                    <a:pt x="115951" y="4953"/>
                  </a:lnTo>
                  <a:lnTo>
                    <a:pt x="115951" y="133353"/>
                  </a:lnTo>
                  <a:close/>
                </a:path>
              </a:pathLst>
            </a:custGeom>
            <a:solidFill>
              <a:srgbClr val="E34F26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89888" y="63501"/>
              <a:ext cx="74929" cy="133988"/>
            </a:xfrm>
            <a:custGeom>
              <a:avLst/>
              <a:gdLst/>
              <a:ahLst/>
              <a:cxnLst/>
              <a:rect r="r" b="b" t="t" l="l"/>
              <a:pathLst>
                <a:path h="133988" w="74929">
                  <a:moveTo>
                    <a:pt x="74929" y="133988"/>
                  </a:moveTo>
                  <a:lnTo>
                    <a:pt x="0" y="133988"/>
                  </a:lnTo>
                  <a:lnTo>
                    <a:pt x="0" y="0"/>
                  </a:lnTo>
                  <a:lnTo>
                    <a:pt x="16509" y="0"/>
                  </a:lnTo>
                  <a:lnTo>
                    <a:pt x="16509" y="117478"/>
                  </a:lnTo>
                  <a:lnTo>
                    <a:pt x="74929" y="117478"/>
                  </a:lnTo>
                  <a:lnTo>
                    <a:pt x="74929" y="133988"/>
                  </a:lnTo>
                  <a:close/>
                </a:path>
              </a:pathLst>
            </a:custGeom>
            <a:solidFill>
              <a:srgbClr val="E34F26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84121" y="67311"/>
              <a:ext cx="73326" cy="127257"/>
            </a:xfrm>
            <a:custGeom>
              <a:avLst/>
              <a:gdLst/>
              <a:ahLst/>
              <a:cxnLst/>
              <a:rect r="r" b="b" t="t" l="l"/>
              <a:pathLst>
                <a:path h="127257" w="73326">
                  <a:moveTo>
                    <a:pt x="20828" y="127130"/>
                  </a:moveTo>
                  <a:cubicBezTo>
                    <a:pt x="19304" y="127130"/>
                    <a:pt x="17653" y="127130"/>
                    <a:pt x="16129" y="127003"/>
                  </a:cubicBezTo>
                  <a:cubicBezTo>
                    <a:pt x="14605" y="126876"/>
                    <a:pt x="12954" y="126749"/>
                    <a:pt x="11430" y="126495"/>
                  </a:cubicBezTo>
                  <a:cubicBezTo>
                    <a:pt x="9906" y="126241"/>
                    <a:pt x="8382" y="125987"/>
                    <a:pt x="6858" y="125606"/>
                  </a:cubicBezTo>
                  <a:cubicBezTo>
                    <a:pt x="5334" y="125225"/>
                    <a:pt x="3048" y="124717"/>
                    <a:pt x="0" y="123701"/>
                  </a:cubicBezTo>
                  <a:lnTo>
                    <a:pt x="2032" y="115700"/>
                  </a:lnTo>
                  <a:lnTo>
                    <a:pt x="4572" y="107953"/>
                  </a:lnTo>
                  <a:cubicBezTo>
                    <a:pt x="9525" y="109350"/>
                    <a:pt x="13462" y="110239"/>
                    <a:pt x="16510" y="110620"/>
                  </a:cubicBezTo>
                  <a:cubicBezTo>
                    <a:pt x="19558" y="111001"/>
                    <a:pt x="22733" y="110874"/>
                    <a:pt x="25781" y="110493"/>
                  </a:cubicBezTo>
                  <a:cubicBezTo>
                    <a:pt x="28956" y="110112"/>
                    <a:pt x="31877" y="109604"/>
                    <a:pt x="34544" y="108715"/>
                  </a:cubicBezTo>
                  <a:cubicBezTo>
                    <a:pt x="37211" y="107826"/>
                    <a:pt x="39878" y="106429"/>
                    <a:pt x="42418" y="104778"/>
                  </a:cubicBezTo>
                  <a:cubicBezTo>
                    <a:pt x="46482" y="101984"/>
                    <a:pt x="49657" y="98809"/>
                    <a:pt x="52070" y="94998"/>
                  </a:cubicBezTo>
                  <a:cubicBezTo>
                    <a:pt x="53213" y="93093"/>
                    <a:pt x="54229" y="91188"/>
                    <a:pt x="54991" y="89283"/>
                  </a:cubicBezTo>
                  <a:cubicBezTo>
                    <a:pt x="55753" y="87378"/>
                    <a:pt x="56261" y="85219"/>
                    <a:pt x="56515" y="82933"/>
                  </a:cubicBezTo>
                  <a:cubicBezTo>
                    <a:pt x="56896" y="79250"/>
                    <a:pt x="56769" y="75821"/>
                    <a:pt x="56007" y="72646"/>
                  </a:cubicBezTo>
                  <a:cubicBezTo>
                    <a:pt x="55245" y="69471"/>
                    <a:pt x="53975" y="66423"/>
                    <a:pt x="52197" y="63883"/>
                  </a:cubicBezTo>
                  <a:cubicBezTo>
                    <a:pt x="50419" y="61216"/>
                    <a:pt x="48260" y="59057"/>
                    <a:pt x="45593" y="57406"/>
                  </a:cubicBezTo>
                  <a:cubicBezTo>
                    <a:pt x="42926" y="55755"/>
                    <a:pt x="40132" y="54739"/>
                    <a:pt x="36830" y="54231"/>
                  </a:cubicBezTo>
                  <a:cubicBezTo>
                    <a:pt x="34036" y="53850"/>
                    <a:pt x="31623" y="53723"/>
                    <a:pt x="29591" y="53850"/>
                  </a:cubicBezTo>
                  <a:cubicBezTo>
                    <a:pt x="27559" y="53977"/>
                    <a:pt x="25654" y="54231"/>
                    <a:pt x="23876" y="54739"/>
                  </a:cubicBezTo>
                  <a:cubicBezTo>
                    <a:pt x="22098" y="55247"/>
                    <a:pt x="20193" y="55882"/>
                    <a:pt x="18288" y="56644"/>
                  </a:cubicBezTo>
                  <a:cubicBezTo>
                    <a:pt x="16383" y="57406"/>
                    <a:pt x="14478" y="58549"/>
                    <a:pt x="12192" y="59819"/>
                  </a:cubicBezTo>
                  <a:cubicBezTo>
                    <a:pt x="11684" y="60073"/>
                    <a:pt x="11049" y="60200"/>
                    <a:pt x="10541" y="60454"/>
                  </a:cubicBezTo>
                  <a:cubicBezTo>
                    <a:pt x="10033" y="60708"/>
                    <a:pt x="9017" y="60835"/>
                    <a:pt x="7747" y="60835"/>
                  </a:cubicBezTo>
                  <a:cubicBezTo>
                    <a:pt x="7112" y="60581"/>
                    <a:pt x="6477" y="60327"/>
                    <a:pt x="5969" y="60327"/>
                  </a:cubicBezTo>
                  <a:cubicBezTo>
                    <a:pt x="5461" y="60327"/>
                    <a:pt x="4953" y="59946"/>
                    <a:pt x="4318" y="59565"/>
                  </a:cubicBezTo>
                  <a:cubicBezTo>
                    <a:pt x="3175" y="59057"/>
                    <a:pt x="2032" y="58041"/>
                    <a:pt x="1143" y="56517"/>
                  </a:cubicBezTo>
                  <a:cubicBezTo>
                    <a:pt x="889" y="55882"/>
                    <a:pt x="635" y="55247"/>
                    <a:pt x="381" y="54612"/>
                  </a:cubicBezTo>
                  <a:cubicBezTo>
                    <a:pt x="127" y="53977"/>
                    <a:pt x="127" y="53215"/>
                    <a:pt x="127" y="52453"/>
                  </a:cubicBezTo>
                  <a:lnTo>
                    <a:pt x="254" y="30354"/>
                  </a:lnTo>
                  <a:lnTo>
                    <a:pt x="254" y="8256"/>
                  </a:lnTo>
                  <a:cubicBezTo>
                    <a:pt x="254" y="7240"/>
                    <a:pt x="381" y="6224"/>
                    <a:pt x="762" y="5208"/>
                  </a:cubicBezTo>
                  <a:cubicBezTo>
                    <a:pt x="1143" y="4192"/>
                    <a:pt x="1778" y="3175"/>
                    <a:pt x="2667" y="2413"/>
                  </a:cubicBezTo>
                  <a:cubicBezTo>
                    <a:pt x="3302" y="1778"/>
                    <a:pt x="4191" y="1270"/>
                    <a:pt x="5080" y="762"/>
                  </a:cubicBezTo>
                  <a:cubicBezTo>
                    <a:pt x="5969" y="254"/>
                    <a:pt x="7112" y="127"/>
                    <a:pt x="8255" y="127"/>
                  </a:cubicBezTo>
                  <a:lnTo>
                    <a:pt x="33401" y="127"/>
                  </a:lnTo>
                  <a:lnTo>
                    <a:pt x="61341" y="0"/>
                  </a:lnTo>
                  <a:lnTo>
                    <a:pt x="61341" y="16511"/>
                  </a:lnTo>
                  <a:lnTo>
                    <a:pt x="36576" y="16511"/>
                  </a:lnTo>
                  <a:lnTo>
                    <a:pt x="16891" y="16511"/>
                  </a:lnTo>
                  <a:lnTo>
                    <a:pt x="16891" y="28703"/>
                  </a:lnTo>
                  <a:lnTo>
                    <a:pt x="15875" y="40768"/>
                  </a:lnTo>
                  <a:cubicBezTo>
                    <a:pt x="15748" y="40260"/>
                    <a:pt x="16637" y="39752"/>
                    <a:pt x="18542" y="39244"/>
                  </a:cubicBezTo>
                  <a:cubicBezTo>
                    <a:pt x="20447" y="38736"/>
                    <a:pt x="22352" y="38355"/>
                    <a:pt x="24511" y="37974"/>
                  </a:cubicBezTo>
                  <a:cubicBezTo>
                    <a:pt x="26670" y="37593"/>
                    <a:pt x="28956" y="37466"/>
                    <a:pt x="31242" y="37466"/>
                  </a:cubicBezTo>
                  <a:cubicBezTo>
                    <a:pt x="33528" y="37466"/>
                    <a:pt x="36195" y="37720"/>
                    <a:pt x="39116" y="38101"/>
                  </a:cubicBezTo>
                  <a:cubicBezTo>
                    <a:pt x="44450" y="38736"/>
                    <a:pt x="49276" y="40387"/>
                    <a:pt x="53721" y="43054"/>
                  </a:cubicBezTo>
                  <a:cubicBezTo>
                    <a:pt x="58039" y="45721"/>
                    <a:pt x="61722" y="49277"/>
                    <a:pt x="65151" y="53723"/>
                  </a:cubicBezTo>
                  <a:cubicBezTo>
                    <a:pt x="66802" y="55882"/>
                    <a:pt x="68072" y="58295"/>
                    <a:pt x="69215" y="60708"/>
                  </a:cubicBezTo>
                  <a:cubicBezTo>
                    <a:pt x="70358" y="63121"/>
                    <a:pt x="71247" y="65661"/>
                    <a:pt x="72009" y="68328"/>
                  </a:cubicBezTo>
                  <a:cubicBezTo>
                    <a:pt x="73278" y="73789"/>
                    <a:pt x="73659" y="79377"/>
                    <a:pt x="73024" y="85092"/>
                  </a:cubicBezTo>
                  <a:cubicBezTo>
                    <a:pt x="72516" y="88775"/>
                    <a:pt x="71628" y="91950"/>
                    <a:pt x="70485" y="94871"/>
                  </a:cubicBezTo>
                  <a:cubicBezTo>
                    <a:pt x="69342" y="97793"/>
                    <a:pt x="67818" y="100841"/>
                    <a:pt x="66040" y="103889"/>
                  </a:cubicBezTo>
                  <a:cubicBezTo>
                    <a:pt x="64262" y="106683"/>
                    <a:pt x="62103" y="109350"/>
                    <a:pt x="59690" y="111890"/>
                  </a:cubicBezTo>
                  <a:cubicBezTo>
                    <a:pt x="57277" y="114430"/>
                    <a:pt x="54610" y="116589"/>
                    <a:pt x="51562" y="118494"/>
                  </a:cubicBezTo>
                  <a:cubicBezTo>
                    <a:pt x="49911" y="119637"/>
                    <a:pt x="48006" y="120653"/>
                    <a:pt x="46228" y="121542"/>
                  </a:cubicBezTo>
                  <a:cubicBezTo>
                    <a:pt x="44450" y="122431"/>
                    <a:pt x="42418" y="123193"/>
                    <a:pt x="40513" y="123955"/>
                  </a:cubicBezTo>
                  <a:cubicBezTo>
                    <a:pt x="36576" y="125225"/>
                    <a:pt x="32512" y="126114"/>
                    <a:pt x="28448" y="126749"/>
                  </a:cubicBezTo>
                  <a:cubicBezTo>
                    <a:pt x="27813" y="126876"/>
                    <a:pt x="27051" y="127003"/>
                    <a:pt x="26543" y="127003"/>
                  </a:cubicBezTo>
                  <a:cubicBezTo>
                    <a:pt x="26035" y="127003"/>
                    <a:pt x="25400" y="127130"/>
                    <a:pt x="24765" y="127257"/>
                  </a:cubicBezTo>
                  <a:lnTo>
                    <a:pt x="20955" y="127257"/>
                  </a:lnTo>
                  <a:close/>
                </a:path>
              </a:pathLst>
            </a:custGeom>
            <a:solidFill>
              <a:srgbClr val="E34F2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58982" y="4583087"/>
            <a:ext cx="3884543" cy="1018708"/>
            <a:chOff x="0" y="0"/>
            <a:chExt cx="3884536" cy="10187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70866" y="70866"/>
              <a:ext cx="3742684" cy="876930"/>
            </a:xfrm>
            <a:custGeom>
              <a:avLst/>
              <a:gdLst/>
              <a:ahLst/>
              <a:cxnLst/>
              <a:rect r="r" b="b" t="t" l="l"/>
              <a:pathLst>
                <a:path h="876930" w="3742684">
                  <a:moveTo>
                    <a:pt x="0" y="0"/>
                  </a:moveTo>
                  <a:lnTo>
                    <a:pt x="3742684" y="0"/>
                  </a:lnTo>
                  <a:lnTo>
                    <a:pt x="3742684" y="876930"/>
                  </a:lnTo>
                  <a:lnTo>
                    <a:pt x="0" y="876930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3757416" cy="891662"/>
            </a:xfrm>
            <a:custGeom>
              <a:avLst/>
              <a:gdLst/>
              <a:ahLst/>
              <a:cxnLst/>
              <a:rect r="r" b="b" t="t" l="l"/>
              <a:pathLst>
                <a:path h="891662" w="3757416">
                  <a:moveTo>
                    <a:pt x="7366" y="0"/>
                  </a:moveTo>
                  <a:lnTo>
                    <a:pt x="3750050" y="0"/>
                  </a:lnTo>
                  <a:cubicBezTo>
                    <a:pt x="3754114" y="0"/>
                    <a:pt x="3757416" y="3302"/>
                    <a:pt x="3757416" y="7366"/>
                  </a:cubicBezTo>
                  <a:lnTo>
                    <a:pt x="3757416" y="884296"/>
                  </a:lnTo>
                  <a:cubicBezTo>
                    <a:pt x="3757416" y="888360"/>
                    <a:pt x="3754114" y="891662"/>
                    <a:pt x="3750050" y="891662"/>
                  </a:cubicBezTo>
                  <a:lnTo>
                    <a:pt x="7366" y="891662"/>
                  </a:lnTo>
                  <a:cubicBezTo>
                    <a:pt x="3302" y="891662"/>
                    <a:pt x="0" y="888360"/>
                    <a:pt x="0" y="884296"/>
                  </a:cubicBezTo>
                  <a:lnTo>
                    <a:pt x="0" y="7366"/>
                  </a:lnTo>
                  <a:cubicBezTo>
                    <a:pt x="0" y="3302"/>
                    <a:pt x="3302" y="0"/>
                    <a:pt x="7366" y="0"/>
                  </a:cubicBezTo>
                  <a:moveTo>
                    <a:pt x="7366" y="14859"/>
                  </a:moveTo>
                  <a:lnTo>
                    <a:pt x="7366" y="7366"/>
                  </a:lnTo>
                  <a:lnTo>
                    <a:pt x="14732" y="7366"/>
                  </a:lnTo>
                  <a:lnTo>
                    <a:pt x="14732" y="884296"/>
                  </a:lnTo>
                  <a:lnTo>
                    <a:pt x="7366" y="884296"/>
                  </a:lnTo>
                  <a:lnTo>
                    <a:pt x="7366" y="876930"/>
                  </a:lnTo>
                  <a:lnTo>
                    <a:pt x="3750050" y="876930"/>
                  </a:lnTo>
                  <a:lnTo>
                    <a:pt x="3750050" y="884296"/>
                  </a:lnTo>
                  <a:lnTo>
                    <a:pt x="3742684" y="884296"/>
                  </a:lnTo>
                  <a:lnTo>
                    <a:pt x="3742684" y="7366"/>
                  </a:lnTo>
                  <a:lnTo>
                    <a:pt x="3750050" y="7366"/>
                  </a:lnTo>
                  <a:lnTo>
                    <a:pt x="3750050" y="14732"/>
                  </a:lnTo>
                  <a:lnTo>
                    <a:pt x="7366" y="14732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7345032" y="3707425"/>
            <a:ext cx="520084" cy="261099"/>
          </a:xfrm>
          <a:custGeom>
            <a:avLst/>
            <a:gdLst/>
            <a:ahLst/>
            <a:cxnLst/>
            <a:rect r="r" b="b" t="t" l="l"/>
            <a:pathLst>
              <a:path h="261099" w="520084">
                <a:moveTo>
                  <a:pt x="0" y="0"/>
                </a:moveTo>
                <a:lnTo>
                  <a:pt x="520084" y="0"/>
                </a:lnTo>
                <a:lnTo>
                  <a:pt x="520084" y="261100"/>
                </a:lnTo>
                <a:lnTo>
                  <a:pt x="0" y="261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758226" y="1627775"/>
            <a:ext cx="406346" cy="406346"/>
            <a:chOff x="0" y="0"/>
            <a:chExt cx="541795" cy="5417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2" b="-2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758226" y="2697118"/>
            <a:ext cx="406346" cy="406346"/>
            <a:chOff x="0" y="0"/>
            <a:chExt cx="541795" cy="5417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2" b="-2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58226" y="3766461"/>
            <a:ext cx="406346" cy="406346"/>
            <a:chOff x="0" y="0"/>
            <a:chExt cx="541795" cy="5417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-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58226" y="4835795"/>
            <a:ext cx="406346" cy="406346"/>
            <a:chOff x="0" y="0"/>
            <a:chExt cx="541795" cy="5417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1782" cy="541782"/>
            </a:xfrm>
            <a:custGeom>
              <a:avLst/>
              <a:gdLst/>
              <a:ahLst/>
              <a:cxnLst/>
              <a:rect r="r" b="b" t="t" l="l"/>
              <a:pathLst>
                <a:path h="541782" w="541782">
                  <a:moveTo>
                    <a:pt x="0" y="0"/>
                  </a:moveTo>
                  <a:lnTo>
                    <a:pt x="541782" y="0"/>
                  </a:lnTo>
                  <a:lnTo>
                    <a:pt x="541782" y="541782"/>
                  </a:lnTo>
                  <a:lnTo>
                    <a:pt x="0" y="541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2" b="-2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7345032" y="4777730"/>
            <a:ext cx="1281322" cy="265624"/>
          </a:xfrm>
          <a:custGeom>
            <a:avLst/>
            <a:gdLst/>
            <a:ahLst/>
            <a:cxnLst/>
            <a:rect r="r" b="b" t="t" l="l"/>
            <a:pathLst>
              <a:path h="265624" w="1281322">
                <a:moveTo>
                  <a:pt x="0" y="0"/>
                </a:moveTo>
                <a:lnTo>
                  <a:pt x="1281322" y="0"/>
                </a:lnTo>
                <a:lnTo>
                  <a:pt x="1281322" y="265624"/>
                </a:lnTo>
                <a:lnTo>
                  <a:pt x="0" y="2656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534667" y="304248"/>
            <a:ext cx="4763700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3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TECHNOLOGIES &amp; FUTURE SCOPE 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43779" y="1061857"/>
            <a:ext cx="1673666" cy="21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169" spc="327">
                <a:solidFill>
                  <a:srgbClr val="00E5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STACK 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99830" y="3707168"/>
            <a:ext cx="1230592" cy="57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CSS3 </a:t>
            </a:r>
          </a:p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Styling &amp; animations 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99830" y="2637825"/>
            <a:ext cx="1200293" cy="57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HTM</a:t>
            </a: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5 </a:t>
            </a:r>
          </a:p>
          <a:p>
            <a:pPr algn="l">
              <a:lnSpc>
                <a:spcPts val="1473"/>
              </a:lnSpc>
            </a:pPr>
            <a:r>
              <a:rPr lang="en-US" sz="1052" spc="-7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Semantic structure 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99830" y="1568482"/>
            <a:ext cx="1321479" cy="57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1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JavaScript </a:t>
            </a:r>
          </a:p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Core application logic 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99830" y="4776502"/>
            <a:ext cx="1241860" cy="57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4"/>
              </a:lnSpc>
            </a:pPr>
            <a:r>
              <a:rPr lang="en-US" sz="1403" spc="-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Font Awesome </a:t>
            </a:r>
          </a:p>
          <a:p>
            <a:pPr algn="l">
              <a:lnSpc>
                <a:spcPts val="1473"/>
              </a:lnSpc>
            </a:pPr>
            <a:r>
              <a:rPr lang="en-US" sz="1052" spc="-14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Icon system 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81"/>
            <a:ext cx="10693403" cy="6015038"/>
            <a:chOff x="0" y="0"/>
            <a:chExt cx="14257871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910" cy="8020050"/>
            </a:xfrm>
            <a:custGeom>
              <a:avLst/>
              <a:gdLst/>
              <a:ahLst/>
              <a:cxnLst/>
              <a:rect r="r" b="b" t="t" l="l"/>
              <a:pathLst>
                <a:path h="8020050" w="14257910">
                  <a:moveTo>
                    <a:pt x="0" y="0"/>
                  </a:moveTo>
                  <a:lnTo>
                    <a:pt x="14257910" y="0"/>
                  </a:lnTo>
                  <a:lnTo>
                    <a:pt x="1425791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742687" y="537048"/>
            <a:ext cx="3208020" cy="3208020"/>
            <a:chOff x="0" y="0"/>
            <a:chExt cx="4277360" cy="4277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7360" cy="4277360"/>
            </a:xfrm>
            <a:custGeom>
              <a:avLst/>
              <a:gdLst/>
              <a:ahLst/>
              <a:cxnLst/>
              <a:rect r="r" b="b" t="t" l="l"/>
              <a:pathLst>
                <a:path h="4277360" w="4277360">
                  <a:moveTo>
                    <a:pt x="0" y="0"/>
                  </a:moveTo>
                  <a:lnTo>
                    <a:pt x="4277360" y="0"/>
                  </a:lnTo>
                  <a:lnTo>
                    <a:pt x="4277360" y="4277360"/>
                  </a:lnTo>
                  <a:lnTo>
                    <a:pt x="0" y="4277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49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8570" y="2761498"/>
            <a:ext cx="2822629" cy="1325556"/>
            <a:chOff x="0" y="0"/>
            <a:chExt cx="2822626" cy="1325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4676" y="74676"/>
              <a:ext cx="2673348" cy="1176272"/>
            </a:xfrm>
            <a:custGeom>
              <a:avLst/>
              <a:gdLst/>
              <a:ahLst/>
              <a:cxnLst/>
              <a:rect r="r" b="b" t="t" l="l"/>
              <a:pathLst>
                <a:path h="1176272" w="2673348">
                  <a:moveTo>
                    <a:pt x="0" y="0"/>
                  </a:moveTo>
                  <a:lnTo>
                    <a:pt x="2673348" y="0"/>
                  </a:lnTo>
                  <a:lnTo>
                    <a:pt x="2673348" y="1176272"/>
                  </a:lnTo>
                  <a:lnTo>
                    <a:pt x="0" y="1176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2695700" cy="1198624"/>
            </a:xfrm>
            <a:custGeom>
              <a:avLst/>
              <a:gdLst/>
              <a:ahLst/>
              <a:cxnLst/>
              <a:rect r="r" b="b" t="t" l="l"/>
              <a:pathLst>
                <a:path h="1198624" w="2695700">
                  <a:moveTo>
                    <a:pt x="11176" y="0"/>
                  </a:moveTo>
                  <a:lnTo>
                    <a:pt x="2684524" y="0"/>
                  </a:lnTo>
                  <a:cubicBezTo>
                    <a:pt x="2690620" y="0"/>
                    <a:pt x="2695700" y="4953"/>
                    <a:pt x="2695700" y="11176"/>
                  </a:cubicBezTo>
                  <a:lnTo>
                    <a:pt x="2695700" y="1187448"/>
                  </a:lnTo>
                  <a:cubicBezTo>
                    <a:pt x="2695700" y="1193544"/>
                    <a:pt x="2690747" y="1198624"/>
                    <a:pt x="2684524" y="1198624"/>
                  </a:cubicBezTo>
                  <a:lnTo>
                    <a:pt x="11176" y="1198624"/>
                  </a:lnTo>
                  <a:cubicBezTo>
                    <a:pt x="5080" y="1198624"/>
                    <a:pt x="0" y="1193671"/>
                    <a:pt x="0" y="1187448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187448"/>
                  </a:lnTo>
                  <a:lnTo>
                    <a:pt x="11176" y="1187448"/>
                  </a:lnTo>
                  <a:lnTo>
                    <a:pt x="11176" y="1176272"/>
                  </a:lnTo>
                  <a:lnTo>
                    <a:pt x="2684524" y="1176272"/>
                  </a:lnTo>
                  <a:lnTo>
                    <a:pt x="2684524" y="1187448"/>
                  </a:lnTo>
                  <a:lnTo>
                    <a:pt x="2673348" y="1187448"/>
                  </a:lnTo>
                  <a:lnTo>
                    <a:pt x="2673348" y="11176"/>
                  </a:lnTo>
                  <a:lnTo>
                    <a:pt x="2684524" y="11176"/>
                  </a:lnTo>
                  <a:lnTo>
                    <a:pt x="2684524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031366" y="325500"/>
              <a:ext cx="86106" cy="202946"/>
            </a:xfrm>
            <a:custGeom>
              <a:avLst/>
              <a:gdLst/>
              <a:ahLst/>
              <a:cxnLst/>
              <a:rect r="r" b="b" t="t" l="l"/>
              <a:pathLst>
                <a:path h="202946" w="86106">
                  <a:moveTo>
                    <a:pt x="54737" y="152273"/>
                  </a:moveTo>
                  <a:cubicBezTo>
                    <a:pt x="57023" y="150368"/>
                    <a:pt x="67437" y="144907"/>
                    <a:pt x="86106" y="136017"/>
                  </a:cubicBezTo>
                  <a:lnTo>
                    <a:pt x="86106" y="157353"/>
                  </a:lnTo>
                  <a:cubicBezTo>
                    <a:pt x="69469" y="171450"/>
                    <a:pt x="57150" y="186563"/>
                    <a:pt x="48895" y="202946"/>
                  </a:cubicBezTo>
                  <a:lnTo>
                    <a:pt x="37211" y="202946"/>
                  </a:lnTo>
                  <a:cubicBezTo>
                    <a:pt x="28956" y="186563"/>
                    <a:pt x="16510" y="171323"/>
                    <a:pt x="0" y="157353"/>
                  </a:cubicBezTo>
                  <a:lnTo>
                    <a:pt x="0" y="136017"/>
                  </a:lnTo>
                  <a:cubicBezTo>
                    <a:pt x="18669" y="144907"/>
                    <a:pt x="29083" y="150368"/>
                    <a:pt x="31369" y="152273"/>
                  </a:cubicBezTo>
                  <a:lnTo>
                    <a:pt x="31369" y="0"/>
                  </a:lnTo>
                  <a:lnTo>
                    <a:pt x="54610" y="0"/>
                  </a:lnTo>
                  <a:lnTo>
                    <a:pt x="54610" y="152273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242059" y="279400"/>
              <a:ext cx="152019" cy="235712"/>
            </a:xfrm>
            <a:custGeom>
              <a:avLst/>
              <a:gdLst/>
              <a:ahLst/>
              <a:cxnLst/>
              <a:rect r="r" b="b" t="t" l="l"/>
              <a:pathLst>
                <a:path h="235712" w="152019">
                  <a:moveTo>
                    <a:pt x="125222" y="235584"/>
                  </a:moveTo>
                  <a:lnTo>
                    <a:pt x="95123" y="235584"/>
                  </a:lnTo>
                  <a:lnTo>
                    <a:pt x="95885" y="165734"/>
                  </a:lnTo>
                  <a:lnTo>
                    <a:pt x="14859" y="165734"/>
                  </a:lnTo>
                  <a:cubicBezTo>
                    <a:pt x="12827" y="165734"/>
                    <a:pt x="10795" y="165353"/>
                    <a:pt x="8763" y="164464"/>
                  </a:cubicBezTo>
                  <a:cubicBezTo>
                    <a:pt x="6350" y="163575"/>
                    <a:pt x="4318" y="162051"/>
                    <a:pt x="2794" y="159765"/>
                  </a:cubicBezTo>
                  <a:cubicBezTo>
                    <a:pt x="2032" y="158622"/>
                    <a:pt x="1524" y="157606"/>
                    <a:pt x="1143" y="156717"/>
                  </a:cubicBezTo>
                  <a:cubicBezTo>
                    <a:pt x="762" y="155828"/>
                    <a:pt x="508" y="154812"/>
                    <a:pt x="0" y="153669"/>
                  </a:cubicBezTo>
                  <a:cubicBezTo>
                    <a:pt x="0" y="152272"/>
                    <a:pt x="0" y="151129"/>
                    <a:pt x="0" y="150113"/>
                  </a:cubicBezTo>
                  <a:cubicBezTo>
                    <a:pt x="0" y="149097"/>
                    <a:pt x="127" y="147954"/>
                    <a:pt x="508" y="146557"/>
                  </a:cubicBezTo>
                  <a:lnTo>
                    <a:pt x="20828" y="75691"/>
                  </a:lnTo>
                  <a:lnTo>
                    <a:pt x="41783" y="0"/>
                  </a:lnTo>
                  <a:lnTo>
                    <a:pt x="56388" y="4445"/>
                  </a:lnTo>
                  <a:lnTo>
                    <a:pt x="70866" y="8255"/>
                  </a:lnTo>
                  <a:lnTo>
                    <a:pt x="51562" y="77469"/>
                  </a:lnTo>
                  <a:lnTo>
                    <a:pt x="34925" y="135762"/>
                  </a:lnTo>
                  <a:lnTo>
                    <a:pt x="96139" y="135762"/>
                  </a:lnTo>
                  <a:lnTo>
                    <a:pt x="96393" y="119252"/>
                  </a:lnTo>
                  <a:lnTo>
                    <a:pt x="98044" y="2540"/>
                  </a:lnTo>
                  <a:lnTo>
                    <a:pt x="113030" y="2540"/>
                  </a:lnTo>
                  <a:lnTo>
                    <a:pt x="128143" y="3048"/>
                  </a:lnTo>
                  <a:lnTo>
                    <a:pt x="126492" y="119760"/>
                  </a:lnTo>
                  <a:lnTo>
                    <a:pt x="126238" y="135762"/>
                  </a:lnTo>
                  <a:lnTo>
                    <a:pt x="152019" y="135762"/>
                  </a:lnTo>
                  <a:lnTo>
                    <a:pt x="152019" y="165861"/>
                  </a:lnTo>
                  <a:lnTo>
                    <a:pt x="125984" y="165861"/>
                  </a:lnTo>
                  <a:lnTo>
                    <a:pt x="125222" y="235711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09064" y="280162"/>
              <a:ext cx="174625" cy="234950"/>
            </a:xfrm>
            <a:custGeom>
              <a:avLst/>
              <a:gdLst/>
              <a:ahLst/>
              <a:cxnLst/>
              <a:rect r="r" b="b" t="t" l="l"/>
              <a:pathLst>
                <a:path h="234950" w="174625">
                  <a:moveTo>
                    <a:pt x="87503" y="234441"/>
                  </a:moveTo>
                  <a:cubicBezTo>
                    <a:pt x="84201" y="234441"/>
                    <a:pt x="81026" y="234187"/>
                    <a:pt x="77978" y="233679"/>
                  </a:cubicBezTo>
                  <a:cubicBezTo>
                    <a:pt x="74930" y="233171"/>
                    <a:pt x="71882" y="232409"/>
                    <a:pt x="69088" y="231647"/>
                  </a:cubicBezTo>
                  <a:cubicBezTo>
                    <a:pt x="66294" y="230885"/>
                    <a:pt x="63246" y="229742"/>
                    <a:pt x="60198" y="228599"/>
                  </a:cubicBezTo>
                  <a:cubicBezTo>
                    <a:pt x="57150" y="227456"/>
                    <a:pt x="54356" y="225805"/>
                    <a:pt x="51308" y="224027"/>
                  </a:cubicBezTo>
                  <a:cubicBezTo>
                    <a:pt x="48641" y="222376"/>
                    <a:pt x="46228" y="220725"/>
                    <a:pt x="43815" y="218820"/>
                  </a:cubicBezTo>
                  <a:cubicBezTo>
                    <a:pt x="41402" y="216915"/>
                    <a:pt x="39116" y="214883"/>
                    <a:pt x="36830" y="212724"/>
                  </a:cubicBezTo>
                  <a:cubicBezTo>
                    <a:pt x="34290" y="210438"/>
                    <a:pt x="32004" y="208025"/>
                    <a:pt x="29972" y="205485"/>
                  </a:cubicBezTo>
                  <a:cubicBezTo>
                    <a:pt x="27940" y="202945"/>
                    <a:pt x="25908" y="200405"/>
                    <a:pt x="23749" y="197611"/>
                  </a:cubicBezTo>
                  <a:cubicBezTo>
                    <a:pt x="19939" y="192023"/>
                    <a:pt x="16637" y="186054"/>
                    <a:pt x="13589" y="179704"/>
                  </a:cubicBezTo>
                  <a:cubicBezTo>
                    <a:pt x="10541" y="173354"/>
                    <a:pt x="8255" y="166623"/>
                    <a:pt x="6350" y="159765"/>
                  </a:cubicBezTo>
                  <a:cubicBezTo>
                    <a:pt x="4191" y="153034"/>
                    <a:pt x="2540" y="145922"/>
                    <a:pt x="1524" y="138683"/>
                  </a:cubicBezTo>
                  <a:cubicBezTo>
                    <a:pt x="508" y="131444"/>
                    <a:pt x="0" y="123951"/>
                    <a:pt x="0" y="116331"/>
                  </a:cubicBezTo>
                  <a:cubicBezTo>
                    <a:pt x="0" y="108457"/>
                    <a:pt x="508" y="101218"/>
                    <a:pt x="1524" y="94360"/>
                  </a:cubicBezTo>
                  <a:cubicBezTo>
                    <a:pt x="2540" y="87502"/>
                    <a:pt x="4191" y="80517"/>
                    <a:pt x="6350" y="73659"/>
                  </a:cubicBezTo>
                  <a:cubicBezTo>
                    <a:pt x="8255" y="66801"/>
                    <a:pt x="10668" y="60070"/>
                    <a:pt x="13589" y="53848"/>
                  </a:cubicBezTo>
                  <a:cubicBezTo>
                    <a:pt x="16510" y="47625"/>
                    <a:pt x="19939" y="41528"/>
                    <a:pt x="23749" y="36068"/>
                  </a:cubicBezTo>
                  <a:cubicBezTo>
                    <a:pt x="25908" y="33274"/>
                    <a:pt x="27940" y="30607"/>
                    <a:pt x="29972" y="28194"/>
                  </a:cubicBezTo>
                  <a:cubicBezTo>
                    <a:pt x="32004" y="25781"/>
                    <a:pt x="34290" y="23241"/>
                    <a:pt x="36830" y="20955"/>
                  </a:cubicBezTo>
                  <a:cubicBezTo>
                    <a:pt x="39116" y="18796"/>
                    <a:pt x="41402" y="16764"/>
                    <a:pt x="43815" y="14859"/>
                  </a:cubicBezTo>
                  <a:cubicBezTo>
                    <a:pt x="46228" y="12954"/>
                    <a:pt x="48768" y="11176"/>
                    <a:pt x="51435" y="9652"/>
                  </a:cubicBezTo>
                  <a:cubicBezTo>
                    <a:pt x="57404" y="6096"/>
                    <a:pt x="63373" y="3556"/>
                    <a:pt x="69215" y="2286"/>
                  </a:cubicBezTo>
                  <a:cubicBezTo>
                    <a:pt x="72009" y="1397"/>
                    <a:pt x="75057" y="762"/>
                    <a:pt x="78105" y="508"/>
                  </a:cubicBezTo>
                  <a:cubicBezTo>
                    <a:pt x="81153" y="254"/>
                    <a:pt x="84328" y="0"/>
                    <a:pt x="87503" y="0"/>
                  </a:cubicBezTo>
                  <a:cubicBezTo>
                    <a:pt x="90678" y="0"/>
                    <a:pt x="93726" y="127"/>
                    <a:pt x="96647" y="508"/>
                  </a:cubicBezTo>
                  <a:cubicBezTo>
                    <a:pt x="99568" y="889"/>
                    <a:pt x="102743" y="1397"/>
                    <a:pt x="105918" y="2286"/>
                  </a:cubicBezTo>
                  <a:cubicBezTo>
                    <a:pt x="108839" y="2921"/>
                    <a:pt x="111633" y="3937"/>
                    <a:pt x="114554" y="5207"/>
                  </a:cubicBezTo>
                  <a:cubicBezTo>
                    <a:pt x="117475" y="6477"/>
                    <a:pt x="120396" y="8001"/>
                    <a:pt x="123190" y="9779"/>
                  </a:cubicBezTo>
                  <a:cubicBezTo>
                    <a:pt x="125857" y="11303"/>
                    <a:pt x="128397" y="13081"/>
                    <a:pt x="130810" y="14986"/>
                  </a:cubicBezTo>
                  <a:cubicBezTo>
                    <a:pt x="133223" y="16891"/>
                    <a:pt x="135636" y="18923"/>
                    <a:pt x="138049" y="21209"/>
                  </a:cubicBezTo>
                  <a:cubicBezTo>
                    <a:pt x="140462" y="23495"/>
                    <a:pt x="142621" y="25908"/>
                    <a:pt x="144653" y="28448"/>
                  </a:cubicBezTo>
                  <a:cubicBezTo>
                    <a:pt x="146685" y="30988"/>
                    <a:pt x="148717" y="33528"/>
                    <a:pt x="150749" y="36322"/>
                  </a:cubicBezTo>
                  <a:cubicBezTo>
                    <a:pt x="154686" y="41909"/>
                    <a:pt x="158115" y="47751"/>
                    <a:pt x="161163" y="54228"/>
                  </a:cubicBezTo>
                  <a:cubicBezTo>
                    <a:pt x="164211" y="60705"/>
                    <a:pt x="166624" y="67182"/>
                    <a:pt x="168529" y="74167"/>
                  </a:cubicBezTo>
                  <a:cubicBezTo>
                    <a:pt x="170561" y="81025"/>
                    <a:pt x="172085" y="87883"/>
                    <a:pt x="173101" y="94868"/>
                  </a:cubicBezTo>
                  <a:cubicBezTo>
                    <a:pt x="174117" y="101853"/>
                    <a:pt x="174625" y="109092"/>
                    <a:pt x="174625" y="116839"/>
                  </a:cubicBezTo>
                  <a:cubicBezTo>
                    <a:pt x="174625" y="124332"/>
                    <a:pt x="174117" y="131825"/>
                    <a:pt x="173101" y="139191"/>
                  </a:cubicBezTo>
                  <a:cubicBezTo>
                    <a:pt x="172085" y="146557"/>
                    <a:pt x="170688" y="153542"/>
                    <a:pt x="168529" y="160273"/>
                  </a:cubicBezTo>
                  <a:cubicBezTo>
                    <a:pt x="166624" y="167131"/>
                    <a:pt x="164211" y="173862"/>
                    <a:pt x="161163" y="180212"/>
                  </a:cubicBezTo>
                  <a:cubicBezTo>
                    <a:pt x="158115" y="186562"/>
                    <a:pt x="154686" y="192531"/>
                    <a:pt x="150749" y="198119"/>
                  </a:cubicBezTo>
                  <a:cubicBezTo>
                    <a:pt x="148717" y="200913"/>
                    <a:pt x="146685" y="203580"/>
                    <a:pt x="144653" y="205993"/>
                  </a:cubicBezTo>
                  <a:cubicBezTo>
                    <a:pt x="142621" y="208406"/>
                    <a:pt x="140462" y="210946"/>
                    <a:pt x="138049" y="213232"/>
                  </a:cubicBezTo>
                  <a:cubicBezTo>
                    <a:pt x="135636" y="215518"/>
                    <a:pt x="133223" y="217550"/>
                    <a:pt x="130810" y="219328"/>
                  </a:cubicBezTo>
                  <a:cubicBezTo>
                    <a:pt x="128397" y="221106"/>
                    <a:pt x="125984" y="222884"/>
                    <a:pt x="123190" y="224408"/>
                  </a:cubicBezTo>
                  <a:cubicBezTo>
                    <a:pt x="120396" y="226186"/>
                    <a:pt x="117475" y="227710"/>
                    <a:pt x="114554" y="228980"/>
                  </a:cubicBezTo>
                  <a:cubicBezTo>
                    <a:pt x="111633" y="230250"/>
                    <a:pt x="108839" y="231266"/>
                    <a:pt x="105918" y="232155"/>
                  </a:cubicBezTo>
                  <a:cubicBezTo>
                    <a:pt x="102743" y="232917"/>
                    <a:pt x="99695" y="233679"/>
                    <a:pt x="96774" y="234187"/>
                  </a:cubicBezTo>
                  <a:cubicBezTo>
                    <a:pt x="93853" y="234695"/>
                    <a:pt x="90678" y="234949"/>
                    <a:pt x="87503" y="234949"/>
                  </a:cubicBezTo>
                  <a:close/>
                  <a:moveTo>
                    <a:pt x="87503" y="30226"/>
                  </a:moveTo>
                  <a:cubicBezTo>
                    <a:pt x="83947" y="30226"/>
                    <a:pt x="80518" y="30734"/>
                    <a:pt x="76962" y="31623"/>
                  </a:cubicBezTo>
                  <a:cubicBezTo>
                    <a:pt x="73406" y="32512"/>
                    <a:pt x="70231" y="33909"/>
                    <a:pt x="66929" y="35814"/>
                  </a:cubicBezTo>
                  <a:cubicBezTo>
                    <a:pt x="63627" y="37846"/>
                    <a:pt x="60452" y="40386"/>
                    <a:pt x="57404" y="43306"/>
                  </a:cubicBezTo>
                  <a:cubicBezTo>
                    <a:pt x="54356" y="46227"/>
                    <a:pt x="51562" y="49656"/>
                    <a:pt x="48895" y="53720"/>
                  </a:cubicBezTo>
                  <a:cubicBezTo>
                    <a:pt x="42545" y="62356"/>
                    <a:pt x="37973" y="72135"/>
                    <a:pt x="35052" y="83057"/>
                  </a:cubicBezTo>
                  <a:cubicBezTo>
                    <a:pt x="33274" y="88518"/>
                    <a:pt x="32004" y="93979"/>
                    <a:pt x="31242" y="99440"/>
                  </a:cubicBezTo>
                  <a:cubicBezTo>
                    <a:pt x="30480" y="104901"/>
                    <a:pt x="30099" y="110616"/>
                    <a:pt x="30099" y="116839"/>
                  </a:cubicBezTo>
                  <a:cubicBezTo>
                    <a:pt x="30099" y="123062"/>
                    <a:pt x="30480" y="129031"/>
                    <a:pt x="31242" y="134746"/>
                  </a:cubicBezTo>
                  <a:cubicBezTo>
                    <a:pt x="32004" y="140461"/>
                    <a:pt x="33274" y="146049"/>
                    <a:pt x="35052" y="151510"/>
                  </a:cubicBezTo>
                  <a:cubicBezTo>
                    <a:pt x="37973" y="162559"/>
                    <a:pt x="42545" y="172338"/>
                    <a:pt x="48895" y="180720"/>
                  </a:cubicBezTo>
                  <a:cubicBezTo>
                    <a:pt x="51562" y="184784"/>
                    <a:pt x="54483" y="188213"/>
                    <a:pt x="57531" y="191134"/>
                  </a:cubicBezTo>
                  <a:cubicBezTo>
                    <a:pt x="60579" y="194055"/>
                    <a:pt x="63754" y="196595"/>
                    <a:pt x="67056" y="198754"/>
                  </a:cubicBezTo>
                  <a:cubicBezTo>
                    <a:pt x="70358" y="200659"/>
                    <a:pt x="73660" y="202183"/>
                    <a:pt x="77089" y="203326"/>
                  </a:cubicBezTo>
                  <a:cubicBezTo>
                    <a:pt x="80518" y="204469"/>
                    <a:pt x="83947" y="204977"/>
                    <a:pt x="87503" y="204977"/>
                  </a:cubicBezTo>
                  <a:cubicBezTo>
                    <a:pt x="91059" y="204977"/>
                    <a:pt x="94361" y="204469"/>
                    <a:pt x="97663" y="203326"/>
                  </a:cubicBezTo>
                  <a:cubicBezTo>
                    <a:pt x="100965" y="202183"/>
                    <a:pt x="104394" y="200659"/>
                    <a:pt x="107823" y="198754"/>
                  </a:cubicBezTo>
                  <a:cubicBezTo>
                    <a:pt x="111125" y="196595"/>
                    <a:pt x="114173" y="194055"/>
                    <a:pt x="117221" y="191134"/>
                  </a:cubicBezTo>
                  <a:cubicBezTo>
                    <a:pt x="120269" y="188213"/>
                    <a:pt x="123190" y="184784"/>
                    <a:pt x="125984" y="180720"/>
                  </a:cubicBezTo>
                  <a:cubicBezTo>
                    <a:pt x="132080" y="172211"/>
                    <a:pt x="136652" y="162559"/>
                    <a:pt x="139573" y="151510"/>
                  </a:cubicBezTo>
                  <a:cubicBezTo>
                    <a:pt x="141224" y="146049"/>
                    <a:pt x="142367" y="140461"/>
                    <a:pt x="143129" y="134746"/>
                  </a:cubicBezTo>
                  <a:cubicBezTo>
                    <a:pt x="143891" y="129031"/>
                    <a:pt x="144272" y="122935"/>
                    <a:pt x="144272" y="116839"/>
                  </a:cubicBezTo>
                  <a:cubicBezTo>
                    <a:pt x="144272" y="110743"/>
                    <a:pt x="143891" y="104901"/>
                    <a:pt x="143129" y="99440"/>
                  </a:cubicBezTo>
                  <a:cubicBezTo>
                    <a:pt x="142367" y="93979"/>
                    <a:pt x="141224" y="88518"/>
                    <a:pt x="139573" y="83057"/>
                  </a:cubicBezTo>
                  <a:cubicBezTo>
                    <a:pt x="138049" y="77469"/>
                    <a:pt x="136144" y="72262"/>
                    <a:pt x="133858" y="67436"/>
                  </a:cubicBezTo>
                  <a:cubicBezTo>
                    <a:pt x="131572" y="62610"/>
                    <a:pt x="128905" y="57911"/>
                    <a:pt x="125984" y="53593"/>
                  </a:cubicBezTo>
                  <a:cubicBezTo>
                    <a:pt x="123190" y="49656"/>
                    <a:pt x="120269" y="46227"/>
                    <a:pt x="117221" y="43306"/>
                  </a:cubicBezTo>
                  <a:cubicBezTo>
                    <a:pt x="114173" y="40386"/>
                    <a:pt x="111125" y="37846"/>
                    <a:pt x="107823" y="35941"/>
                  </a:cubicBezTo>
                  <a:cubicBezTo>
                    <a:pt x="104521" y="34036"/>
                    <a:pt x="101219" y="32639"/>
                    <a:pt x="97790" y="31750"/>
                  </a:cubicBezTo>
                  <a:cubicBezTo>
                    <a:pt x="94361" y="30861"/>
                    <a:pt x="91059" y="30353"/>
                    <a:pt x="87503" y="30353"/>
                  </a:cubicBez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98294" y="276606"/>
              <a:ext cx="210439" cy="242570"/>
            </a:xfrm>
            <a:custGeom>
              <a:avLst/>
              <a:gdLst/>
              <a:ahLst/>
              <a:cxnLst/>
              <a:rect r="r" b="b" t="t" l="l"/>
              <a:pathLst>
                <a:path h="242570" w="210439">
                  <a:moveTo>
                    <a:pt x="50800" y="118617"/>
                  </a:moveTo>
                  <a:cubicBezTo>
                    <a:pt x="43688" y="118617"/>
                    <a:pt x="36957" y="116839"/>
                    <a:pt x="30480" y="113410"/>
                  </a:cubicBezTo>
                  <a:cubicBezTo>
                    <a:pt x="24511" y="110489"/>
                    <a:pt x="18923" y="105917"/>
                    <a:pt x="13716" y="99821"/>
                  </a:cubicBezTo>
                  <a:cubicBezTo>
                    <a:pt x="11684" y="97154"/>
                    <a:pt x="9779" y="94233"/>
                    <a:pt x="8001" y="91058"/>
                  </a:cubicBezTo>
                  <a:cubicBezTo>
                    <a:pt x="6223" y="87883"/>
                    <a:pt x="4826" y="84581"/>
                    <a:pt x="3810" y="81152"/>
                  </a:cubicBezTo>
                  <a:cubicBezTo>
                    <a:pt x="2540" y="77850"/>
                    <a:pt x="1524" y="74294"/>
                    <a:pt x="889" y="70484"/>
                  </a:cubicBezTo>
                  <a:cubicBezTo>
                    <a:pt x="254" y="66674"/>
                    <a:pt x="0" y="62864"/>
                    <a:pt x="0" y="59181"/>
                  </a:cubicBezTo>
                  <a:cubicBezTo>
                    <a:pt x="0" y="55245"/>
                    <a:pt x="254" y="51561"/>
                    <a:pt x="889" y="47879"/>
                  </a:cubicBezTo>
                  <a:cubicBezTo>
                    <a:pt x="1524" y="44195"/>
                    <a:pt x="2413" y="40513"/>
                    <a:pt x="3810" y="37084"/>
                  </a:cubicBezTo>
                  <a:cubicBezTo>
                    <a:pt x="4826" y="33782"/>
                    <a:pt x="6223" y="30607"/>
                    <a:pt x="7874" y="27559"/>
                  </a:cubicBezTo>
                  <a:cubicBezTo>
                    <a:pt x="9525" y="24511"/>
                    <a:pt x="11557" y="21336"/>
                    <a:pt x="13716" y="18288"/>
                  </a:cubicBezTo>
                  <a:cubicBezTo>
                    <a:pt x="18923" y="12446"/>
                    <a:pt x="24511" y="8001"/>
                    <a:pt x="30353" y="4826"/>
                  </a:cubicBezTo>
                  <a:cubicBezTo>
                    <a:pt x="33655" y="3175"/>
                    <a:pt x="36957" y="1905"/>
                    <a:pt x="40386" y="1143"/>
                  </a:cubicBezTo>
                  <a:cubicBezTo>
                    <a:pt x="43815" y="381"/>
                    <a:pt x="47244" y="0"/>
                    <a:pt x="50800" y="0"/>
                  </a:cubicBezTo>
                  <a:cubicBezTo>
                    <a:pt x="54483" y="0"/>
                    <a:pt x="58039" y="381"/>
                    <a:pt x="61468" y="1143"/>
                  </a:cubicBezTo>
                  <a:cubicBezTo>
                    <a:pt x="64897" y="1905"/>
                    <a:pt x="68199" y="3048"/>
                    <a:pt x="71374" y="4826"/>
                  </a:cubicBezTo>
                  <a:cubicBezTo>
                    <a:pt x="74549" y="6604"/>
                    <a:pt x="77597" y="8382"/>
                    <a:pt x="80264" y="10668"/>
                  </a:cubicBezTo>
                  <a:cubicBezTo>
                    <a:pt x="82931" y="12954"/>
                    <a:pt x="85598" y="15494"/>
                    <a:pt x="88138" y="18288"/>
                  </a:cubicBezTo>
                  <a:cubicBezTo>
                    <a:pt x="90551" y="21209"/>
                    <a:pt x="92583" y="24384"/>
                    <a:pt x="94107" y="27559"/>
                  </a:cubicBezTo>
                  <a:cubicBezTo>
                    <a:pt x="95631" y="30734"/>
                    <a:pt x="97028" y="33909"/>
                    <a:pt x="98298" y="37211"/>
                  </a:cubicBezTo>
                  <a:cubicBezTo>
                    <a:pt x="100838" y="44577"/>
                    <a:pt x="102108" y="51943"/>
                    <a:pt x="102108" y="59436"/>
                  </a:cubicBezTo>
                  <a:cubicBezTo>
                    <a:pt x="102108" y="66928"/>
                    <a:pt x="100838" y="74294"/>
                    <a:pt x="98298" y="81152"/>
                  </a:cubicBezTo>
                  <a:cubicBezTo>
                    <a:pt x="97155" y="84708"/>
                    <a:pt x="95758" y="88010"/>
                    <a:pt x="94107" y="91185"/>
                  </a:cubicBezTo>
                  <a:cubicBezTo>
                    <a:pt x="92456" y="94360"/>
                    <a:pt x="90424" y="97281"/>
                    <a:pt x="88138" y="99948"/>
                  </a:cubicBezTo>
                  <a:cubicBezTo>
                    <a:pt x="85725" y="102869"/>
                    <a:pt x="83185" y="105536"/>
                    <a:pt x="80264" y="107949"/>
                  </a:cubicBezTo>
                  <a:cubicBezTo>
                    <a:pt x="77343" y="110362"/>
                    <a:pt x="74422" y="112267"/>
                    <a:pt x="71120" y="113664"/>
                  </a:cubicBezTo>
                  <a:cubicBezTo>
                    <a:pt x="64897" y="117093"/>
                    <a:pt x="58039" y="118744"/>
                    <a:pt x="50673" y="118744"/>
                  </a:cubicBezTo>
                  <a:close/>
                  <a:moveTo>
                    <a:pt x="159766" y="242569"/>
                  </a:moveTo>
                  <a:cubicBezTo>
                    <a:pt x="152400" y="242569"/>
                    <a:pt x="145669" y="241045"/>
                    <a:pt x="139319" y="237870"/>
                  </a:cubicBezTo>
                  <a:cubicBezTo>
                    <a:pt x="136271" y="236219"/>
                    <a:pt x="133350" y="234314"/>
                    <a:pt x="130683" y="232028"/>
                  </a:cubicBezTo>
                  <a:cubicBezTo>
                    <a:pt x="128016" y="229742"/>
                    <a:pt x="125349" y="227202"/>
                    <a:pt x="122809" y="224408"/>
                  </a:cubicBezTo>
                  <a:cubicBezTo>
                    <a:pt x="120269" y="221614"/>
                    <a:pt x="118364" y="218566"/>
                    <a:pt x="116713" y="215264"/>
                  </a:cubicBezTo>
                  <a:cubicBezTo>
                    <a:pt x="115062" y="211962"/>
                    <a:pt x="113665" y="208660"/>
                    <a:pt x="112522" y="205358"/>
                  </a:cubicBezTo>
                  <a:cubicBezTo>
                    <a:pt x="110236" y="198500"/>
                    <a:pt x="108966" y="191134"/>
                    <a:pt x="108966" y="183133"/>
                  </a:cubicBezTo>
                  <a:cubicBezTo>
                    <a:pt x="108966" y="179577"/>
                    <a:pt x="109220" y="175894"/>
                    <a:pt x="109728" y="172211"/>
                  </a:cubicBezTo>
                  <a:cubicBezTo>
                    <a:pt x="110236" y="168528"/>
                    <a:pt x="111125" y="164845"/>
                    <a:pt x="112395" y="161289"/>
                  </a:cubicBezTo>
                  <a:cubicBezTo>
                    <a:pt x="113665" y="157733"/>
                    <a:pt x="115062" y="154431"/>
                    <a:pt x="116713" y="151256"/>
                  </a:cubicBezTo>
                  <a:cubicBezTo>
                    <a:pt x="118364" y="148081"/>
                    <a:pt x="120396" y="145160"/>
                    <a:pt x="122682" y="142493"/>
                  </a:cubicBezTo>
                  <a:cubicBezTo>
                    <a:pt x="125222" y="139572"/>
                    <a:pt x="127762" y="136905"/>
                    <a:pt x="130556" y="134492"/>
                  </a:cubicBezTo>
                  <a:cubicBezTo>
                    <a:pt x="133350" y="132079"/>
                    <a:pt x="136271" y="130301"/>
                    <a:pt x="139319" y="128777"/>
                  </a:cubicBezTo>
                  <a:cubicBezTo>
                    <a:pt x="145796" y="125348"/>
                    <a:pt x="152527" y="123697"/>
                    <a:pt x="159639" y="123697"/>
                  </a:cubicBezTo>
                  <a:cubicBezTo>
                    <a:pt x="166751" y="123697"/>
                    <a:pt x="173609" y="125348"/>
                    <a:pt x="180086" y="128777"/>
                  </a:cubicBezTo>
                  <a:cubicBezTo>
                    <a:pt x="186182" y="131698"/>
                    <a:pt x="191770" y="136270"/>
                    <a:pt x="196723" y="142493"/>
                  </a:cubicBezTo>
                  <a:cubicBezTo>
                    <a:pt x="198882" y="145160"/>
                    <a:pt x="200914" y="148081"/>
                    <a:pt x="202565" y="151129"/>
                  </a:cubicBezTo>
                  <a:cubicBezTo>
                    <a:pt x="204216" y="154177"/>
                    <a:pt x="205867" y="157606"/>
                    <a:pt x="207010" y="161289"/>
                  </a:cubicBezTo>
                  <a:cubicBezTo>
                    <a:pt x="208153" y="164972"/>
                    <a:pt x="208915" y="168401"/>
                    <a:pt x="209423" y="172084"/>
                  </a:cubicBezTo>
                  <a:cubicBezTo>
                    <a:pt x="209931" y="175767"/>
                    <a:pt x="210439" y="179323"/>
                    <a:pt x="210439" y="183006"/>
                  </a:cubicBezTo>
                  <a:cubicBezTo>
                    <a:pt x="210439" y="186943"/>
                    <a:pt x="210058" y="190626"/>
                    <a:pt x="209423" y="194309"/>
                  </a:cubicBezTo>
                  <a:cubicBezTo>
                    <a:pt x="208788" y="197992"/>
                    <a:pt x="208026" y="201548"/>
                    <a:pt x="207010" y="205104"/>
                  </a:cubicBezTo>
                  <a:cubicBezTo>
                    <a:pt x="205867" y="208533"/>
                    <a:pt x="204343" y="211835"/>
                    <a:pt x="202565" y="215137"/>
                  </a:cubicBezTo>
                  <a:cubicBezTo>
                    <a:pt x="200787" y="218439"/>
                    <a:pt x="198755" y="221487"/>
                    <a:pt x="196596" y="224154"/>
                  </a:cubicBezTo>
                  <a:cubicBezTo>
                    <a:pt x="194183" y="226948"/>
                    <a:pt x="191516" y="229488"/>
                    <a:pt x="188722" y="231774"/>
                  </a:cubicBezTo>
                  <a:cubicBezTo>
                    <a:pt x="185928" y="234060"/>
                    <a:pt x="183134" y="235965"/>
                    <a:pt x="180086" y="237616"/>
                  </a:cubicBezTo>
                  <a:cubicBezTo>
                    <a:pt x="173736" y="240791"/>
                    <a:pt x="166878" y="242315"/>
                    <a:pt x="159512" y="242315"/>
                  </a:cubicBezTo>
                  <a:close/>
                  <a:moveTo>
                    <a:pt x="48133" y="232409"/>
                  </a:moveTo>
                  <a:lnTo>
                    <a:pt x="35179" y="225043"/>
                  </a:lnTo>
                  <a:lnTo>
                    <a:pt x="22733" y="216407"/>
                  </a:lnTo>
                  <a:lnTo>
                    <a:pt x="89154" y="114045"/>
                  </a:lnTo>
                  <a:lnTo>
                    <a:pt x="155067" y="11430"/>
                  </a:lnTo>
                  <a:lnTo>
                    <a:pt x="167894" y="19685"/>
                  </a:lnTo>
                  <a:lnTo>
                    <a:pt x="180213" y="27940"/>
                  </a:lnTo>
                  <a:lnTo>
                    <a:pt x="114681" y="130555"/>
                  </a:lnTo>
                  <a:lnTo>
                    <a:pt x="48260" y="232536"/>
                  </a:lnTo>
                  <a:close/>
                  <a:moveTo>
                    <a:pt x="50546" y="30099"/>
                  </a:moveTo>
                  <a:cubicBezTo>
                    <a:pt x="49403" y="30099"/>
                    <a:pt x="48260" y="30226"/>
                    <a:pt x="46990" y="30480"/>
                  </a:cubicBezTo>
                  <a:cubicBezTo>
                    <a:pt x="45720" y="30734"/>
                    <a:pt x="44831" y="31115"/>
                    <a:pt x="43815" y="31623"/>
                  </a:cubicBezTo>
                  <a:cubicBezTo>
                    <a:pt x="41275" y="33147"/>
                    <a:pt x="39116" y="34925"/>
                    <a:pt x="37211" y="37084"/>
                  </a:cubicBezTo>
                  <a:cubicBezTo>
                    <a:pt x="34671" y="40005"/>
                    <a:pt x="32893" y="43307"/>
                    <a:pt x="32004" y="46863"/>
                  </a:cubicBezTo>
                  <a:cubicBezTo>
                    <a:pt x="30734" y="50800"/>
                    <a:pt x="29972" y="54863"/>
                    <a:pt x="29972" y="59181"/>
                  </a:cubicBezTo>
                  <a:cubicBezTo>
                    <a:pt x="29972" y="63499"/>
                    <a:pt x="30607" y="67436"/>
                    <a:pt x="32004" y="71119"/>
                  </a:cubicBezTo>
                  <a:cubicBezTo>
                    <a:pt x="32639" y="73024"/>
                    <a:pt x="33274" y="74802"/>
                    <a:pt x="34163" y="76453"/>
                  </a:cubicBezTo>
                  <a:cubicBezTo>
                    <a:pt x="35052" y="78104"/>
                    <a:pt x="36068" y="79628"/>
                    <a:pt x="37338" y="81025"/>
                  </a:cubicBezTo>
                  <a:cubicBezTo>
                    <a:pt x="38354" y="82295"/>
                    <a:pt x="39370" y="83311"/>
                    <a:pt x="40386" y="84200"/>
                  </a:cubicBezTo>
                  <a:cubicBezTo>
                    <a:pt x="41402" y="85089"/>
                    <a:pt x="42672" y="85851"/>
                    <a:pt x="43815" y="86613"/>
                  </a:cubicBezTo>
                  <a:cubicBezTo>
                    <a:pt x="44831" y="86994"/>
                    <a:pt x="45847" y="87375"/>
                    <a:pt x="47117" y="87756"/>
                  </a:cubicBezTo>
                  <a:cubicBezTo>
                    <a:pt x="48387" y="88137"/>
                    <a:pt x="49530" y="88264"/>
                    <a:pt x="50546" y="88264"/>
                  </a:cubicBezTo>
                  <a:cubicBezTo>
                    <a:pt x="51943" y="88264"/>
                    <a:pt x="53213" y="88137"/>
                    <a:pt x="54356" y="87756"/>
                  </a:cubicBezTo>
                  <a:cubicBezTo>
                    <a:pt x="55499" y="87375"/>
                    <a:pt x="56642" y="86994"/>
                    <a:pt x="57531" y="86613"/>
                  </a:cubicBezTo>
                  <a:cubicBezTo>
                    <a:pt x="58801" y="85724"/>
                    <a:pt x="60071" y="84835"/>
                    <a:pt x="61214" y="83946"/>
                  </a:cubicBezTo>
                  <a:cubicBezTo>
                    <a:pt x="62357" y="83057"/>
                    <a:pt x="63627" y="82041"/>
                    <a:pt x="64643" y="80898"/>
                  </a:cubicBezTo>
                  <a:cubicBezTo>
                    <a:pt x="65659" y="79628"/>
                    <a:pt x="66548" y="78104"/>
                    <a:pt x="67437" y="76453"/>
                  </a:cubicBezTo>
                  <a:cubicBezTo>
                    <a:pt x="68326" y="74802"/>
                    <a:pt x="69088" y="72897"/>
                    <a:pt x="69723" y="70992"/>
                  </a:cubicBezTo>
                  <a:cubicBezTo>
                    <a:pt x="70993" y="67436"/>
                    <a:pt x="71755" y="63372"/>
                    <a:pt x="71755" y="59054"/>
                  </a:cubicBezTo>
                  <a:cubicBezTo>
                    <a:pt x="71755" y="54736"/>
                    <a:pt x="71120" y="50672"/>
                    <a:pt x="69723" y="46736"/>
                  </a:cubicBezTo>
                  <a:cubicBezTo>
                    <a:pt x="69088" y="44831"/>
                    <a:pt x="68453" y="43180"/>
                    <a:pt x="67437" y="41529"/>
                  </a:cubicBezTo>
                  <a:cubicBezTo>
                    <a:pt x="66421" y="39878"/>
                    <a:pt x="65659" y="38354"/>
                    <a:pt x="64770" y="36957"/>
                  </a:cubicBezTo>
                  <a:cubicBezTo>
                    <a:pt x="63627" y="35941"/>
                    <a:pt x="62484" y="34925"/>
                    <a:pt x="61341" y="34036"/>
                  </a:cubicBezTo>
                  <a:cubicBezTo>
                    <a:pt x="60198" y="33147"/>
                    <a:pt x="58928" y="32131"/>
                    <a:pt x="57531" y="31369"/>
                  </a:cubicBezTo>
                  <a:cubicBezTo>
                    <a:pt x="55626" y="30353"/>
                    <a:pt x="53340" y="29718"/>
                    <a:pt x="50546" y="29718"/>
                  </a:cubicBezTo>
                  <a:close/>
                  <a:moveTo>
                    <a:pt x="159639" y="153542"/>
                  </a:moveTo>
                  <a:cubicBezTo>
                    <a:pt x="158496" y="153542"/>
                    <a:pt x="157353" y="153669"/>
                    <a:pt x="156083" y="154050"/>
                  </a:cubicBezTo>
                  <a:cubicBezTo>
                    <a:pt x="154813" y="154431"/>
                    <a:pt x="153797" y="154685"/>
                    <a:pt x="152781" y="155193"/>
                  </a:cubicBezTo>
                  <a:cubicBezTo>
                    <a:pt x="151511" y="156082"/>
                    <a:pt x="150241" y="156971"/>
                    <a:pt x="148971" y="157860"/>
                  </a:cubicBezTo>
                  <a:cubicBezTo>
                    <a:pt x="147701" y="158749"/>
                    <a:pt x="146812" y="159765"/>
                    <a:pt x="145923" y="160908"/>
                  </a:cubicBezTo>
                  <a:cubicBezTo>
                    <a:pt x="144907" y="162432"/>
                    <a:pt x="144018" y="163956"/>
                    <a:pt x="143256" y="165607"/>
                  </a:cubicBezTo>
                  <a:cubicBezTo>
                    <a:pt x="142494" y="167258"/>
                    <a:pt x="141732" y="168909"/>
                    <a:pt x="141097" y="170814"/>
                  </a:cubicBezTo>
                  <a:cubicBezTo>
                    <a:pt x="139827" y="174370"/>
                    <a:pt x="139065" y="178434"/>
                    <a:pt x="139065" y="182752"/>
                  </a:cubicBezTo>
                  <a:cubicBezTo>
                    <a:pt x="139065" y="187070"/>
                    <a:pt x="139700" y="191134"/>
                    <a:pt x="141097" y="195071"/>
                  </a:cubicBezTo>
                  <a:cubicBezTo>
                    <a:pt x="141732" y="196976"/>
                    <a:pt x="142367" y="198754"/>
                    <a:pt x="143256" y="200405"/>
                  </a:cubicBezTo>
                  <a:cubicBezTo>
                    <a:pt x="144145" y="202056"/>
                    <a:pt x="145034" y="203580"/>
                    <a:pt x="145923" y="204977"/>
                  </a:cubicBezTo>
                  <a:cubicBezTo>
                    <a:pt x="146939" y="205993"/>
                    <a:pt x="147955" y="206882"/>
                    <a:pt x="148971" y="207898"/>
                  </a:cubicBezTo>
                  <a:cubicBezTo>
                    <a:pt x="149987" y="208914"/>
                    <a:pt x="151384" y="209676"/>
                    <a:pt x="152781" y="210311"/>
                  </a:cubicBezTo>
                  <a:cubicBezTo>
                    <a:pt x="154813" y="211454"/>
                    <a:pt x="157099" y="211962"/>
                    <a:pt x="159639" y="211962"/>
                  </a:cubicBezTo>
                  <a:cubicBezTo>
                    <a:pt x="160782" y="211962"/>
                    <a:pt x="162052" y="211835"/>
                    <a:pt x="163195" y="211581"/>
                  </a:cubicBezTo>
                  <a:cubicBezTo>
                    <a:pt x="164338" y="211327"/>
                    <a:pt x="165481" y="210946"/>
                    <a:pt x="166497" y="210311"/>
                  </a:cubicBezTo>
                  <a:cubicBezTo>
                    <a:pt x="167894" y="209549"/>
                    <a:pt x="169164" y="208787"/>
                    <a:pt x="170307" y="207898"/>
                  </a:cubicBezTo>
                  <a:cubicBezTo>
                    <a:pt x="171450" y="207009"/>
                    <a:pt x="172466" y="205993"/>
                    <a:pt x="173355" y="204977"/>
                  </a:cubicBezTo>
                  <a:cubicBezTo>
                    <a:pt x="174371" y="203453"/>
                    <a:pt x="175387" y="201929"/>
                    <a:pt x="176276" y="200405"/>
                  </a:cubicBezTo>
                  <a:cubicBezTo>
                    <a:pt x="177165" y="198881"/>
                    <a:pt x="177927" y="196976"/>
                    <a:pt x="178562" y="195198"/>
                  </a:cubicBezTo>
                  <a:cubicBezTo>
                    <a:pt x="179832" y="191261"/>
                    <a:pt x="180594" y="187197"/>
                    <a:pt x="180594" y="182879"/>
                  </a:cubicBezTo>
                  <a:cubicBezTo>
                    <a:pt x="180594" y="178561"/>
                    <a:pt x="179959" y="174624"/>
                    <a:pt x="178562" y="170941"/>
                  </a:cubicBezTo>
                  <a:cubicBezTo>
                    <a:pt x="177927" y="169036"/>
                    <a:pt x="177292" y="167385"/>
                    <a:pt x="176276" y="165734"/>
                  </a:cubicBezTo>
                  <a:cubicBezTo>
                    <a:pt x="175260" y="164083"/>
                    <a:pt x="174498" y="162559"/>
                    <a:pt x="173355" y="160908"/>
                  </a:cubicBezTo>
                  <a:cubicBezTo>
                    <a:pt x="172466" y="159765"/>
                    <a:pt x="171450" y="158749"/>
                    <a:pt x="170307" y="157860"/>
                  </a:cubicBezTo>
                  <a:cubicBezTo>
                    <a:pt x="169164" y="156971"/>
                    <a:pt x="168021" y="156082"/>
                    <a:pt x="166751" y="155193"/>
                  </a:cubicBezTo>
                  <a:cubicBezTo>
                    <a:pt x="165862" y="154812"/>
                    <a:pt x="164719" y="154431"/>
                    <a:pt x="163449" y="154050"/>
                  </a:cubicBezTo>
                  <a:cubicBezTo>
                    <a:pt x="162179" y="153669"/>
                    <a:pt x="160909" y="153542"/>
                    <a:pt x="159893" y="153542"/>
                  </a:cubicBez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589553" y="663692"/>
            <a:ext cx="757571" cy="462258"/>
            <a:chOff x="0" y="0"/>
            <a:chExt cx="757568" cy="462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4008"/>
              <a:ext cx="244220" cy="334390"/>
            </a:xfrm>
            <a:custGeom>
              <a:avLst/>
              <a:gdLst/>
              <a:ahLst/>
              <a:cxnLst/>
              <a:rect r="r" b="b" t="t" l="l"/>
              <a:pathLst>
                <a:path h="334390" w="244220">
                  <a:moveTo>
                    <a:pt x="131191" y="334263"/>
                  </a:moveTo>
                  <a:cubicBezTo>
                    <a:pt x="126365" y="334263"/>
                    <a:pt x="121666" y="333882"/>
                    <a:pt x="117221" y="333120"/>
                  </a:cubicBezTo>
                  <a:cubicBezTo>
                    <a:pt x="112776" y="332358"/>
                    <a:pt x="108204" y="331723"/>
                    <a:pt x="103886" y="330707"/>
                  </a:cubicBezTo>
                  <a:cubicBezTo>
                    <a:pt x="99441" y="329437"/>
                    <a:pt x="94996" y="328040"/>
                    <a:pt x="90805" y="326262"/>
                  </a:cubicBezTo>
                  <a:cubicBezTo>
                    <a:pt x="86614" y="324484"/>
                    <a:pt x="82423" y="322325"/>
                    <a:pt x="78232" y="319785"/>
                  </a:cubicBezTo>
                  <a:cubicBezTo>
                    <a:pt x="74422" y="317499"/>
                    <a:pt x="70612" y="315213"/>
                    <a:pt x="66675" y="312673"/>
                  </a:cubicBezTo>
                  <a:cubicBezTo>
                    <a:pt x="62738" y="310133"/>
                    <a:pt x="59182" y="307212"/>
                    <a:pt x="55626" y="303910"/>
                  </a:cubicBezTo>
                  <a:cubicBezTo>
                    <a:pt x="52324" y="300989"/>
                    <a:pt x="49149" y="297687"/>
                    <a:pt x="45974" y="294131"/>
                  </a:cubicBezTo>
                  <a:cubicBezTo>
                    <a:pt x="42799" y="290575"/>
                    <a:pt x="39751" y="286765"/>
                    <a:pt x="36957" y="282828"/>
                  </a:cubicBezTo>
                  <a:cubicBezTo>
                    <a:pt x="30988" y="274954"/>
                    <a:pt x="25654" y="266699"/>
                    <a:pt x="21082" y="257809"/>
                  </a:cubicBezTo>
                  <a:cubicBezTo>
                    <a:pt x="16510" y="248919"/>
                    <a:pt x="12700" y="239648"/>
                    <a:pt x="9652" y="229488"/>
                  </a:cubicBezTo>
                  <a:cubicBezTo>
                    <a:pt x="6350" y="219709"/>
                    <a:pt x="3810" y="209676"/>
                    <a:pt x="2286" y="199389"/>
                  </a:cubicBezTo>
                  <a:cubicBezTo>
                    <a:pt x="762" y="189102"/>
                    <a:pt x="0" y="178180"/>
                    <a:pt x="0" y="167258"/>
                  </a:cubicBezTo>
                  <a:cubicBezTo>
                    <a:pt x="0" y="145033"/>
                    <a:pt x="3175" y="124205"/>
                    <a:pt x="9652" y="104774"/>
                  </a:cubicBezTo>
                  <a:cubicBezTo>
                    <a:pt x="12573" y="94614"/>
                    <a:pt x="16383" y="85089"/>
                    <a:pt x="20828" y="76326"/>
                  </a:cubicBezTo>
                  <a:cubicBezTo>
                    <a:pt x="25273" y="67564"/>
                    <a:pt x="30734" y="59055"/>
                    <a:pt x="36830" y="51054"/>
                  </a:cubicBezTo>
                  <a:cubicBezTo>
                    <a:pt x="39751" y="47117"/>
                    <a:pt x="42799" y="43434"/>
                    <a:pt x="45847" y="40132"/>
                  </a:cubicBezTo>
                  <a:cubicBezTo>
                    <a:pt x="48895" y="36830"/>
                    <a:pt x="52197" y="33655"/>
                    <a:pt x="55372" y="30353"/>
                  </a:cubicBezTo>
                  <a:cubicBezTo>
                    <a:pt x="59055" y="26670"/>
                    <a:pt x="62865" y="23749"/>
                    <a:pt x="66675" y="21336"/>
                  </a:cubicBezTo>
                  <a:cubicBezTo>
                    <a:pt x="70485" y="18923"/>
                    <a:pt x="74422" y="16383"/>
                    <a:pt x="78232" y="14097"/>
                  </a:cubicBezTo>
                  <a:cubicBezTo>
                    <a:pt x="82550" y="11811"/>
                    <a:pt x="86868" y="9779"/>
                    <a:pt x="90932" y="8001"/>
                  </a:cubicBezTo>
                  <a:cubicBezTo>
                    <a:pt x="94996" y="6223"/>
                    <a:pt x="99441" y="4699"/>
                    <a:pt x="103759" y="3683"/>
                  </a:cubicBezTo>
                  <a:cubicBezTo>
                    <a:pt x="108204" y="2413"/>
                    <a:pt x="112649" y="1524"/>
                    <a:pt x="117221" y="1016"/>
                  </a:cubicBezTo>
                  <a:cubicBezTo>
                    <a:pt x="121793" y="508"/>
                    <a:pt x="126492" y="0"/>
                    <a:pt x="131191" y="0"/>
                  </a:cubicBezTo>
                  <a:cubicBezTo>
                    <a:pt x="142113" y="0"/>
                    <a:pt x="152781" y="1778"/>
                    <a:pt x="163449" y="5334"/>
                  </a:cubicBezTo>
                  <a:cubicBezTo>
                    <a:pt x="168656" y="7112"/>
                    <a:pt x="173736" y="9271"/>
                    <a:pt x="178815" y="11684"/>
                  </a:cubicBezTo>
                  <a:cubicBezTo>
                    <a:pt x="183895" y="14097"/>
                    <a:pt x="188849" y="16891"/>
                    <a:pt x="193547" y="20320"/>
                  </a:cubicBezTo>
                  <a:cubicBezTo>
                    <a:pt x="197865" y="23241"/>
                    <a:pt x="202183" y="26543"/>
                    <a:pt x="206501" y="30353"/>
                  </a:cubicBezTo>
                  <a:cubicBezTo>
                    <a:pt x="210819" y="34163"/>
                    <a:pt x="214883" y="38100"/>
                    <a:pt x="218947" y="42291"/>
                  </a:cubicBezTo>
                  <a:cubicBezTo>
                    <a:pt x="222757" y="46736"/>
                    <a:pt x="226313" y="51435"/>
                    <a:pt x="229488" y="56261"/>
                  </a:cubicBezTo>
                  <a:cubicBezTo>
                    <a:pt x="232663" y="61087"/>
                    <a:pt x="236981" y="67818"/>
                    <a:pt x="242061" y="76580"/>
                  </a:cubicBezTo>
                  <a:lnTo>
                    <a:pt x="224789" y="86867"/>
                  </a:lnTo>
                  <a:lnTo>
                    <a:pt x="206247" y="96138"/>
                  </a:lnTo>
                  <a:cubicBezTo>
                    <a:pt x="200151" y="84581"/>
                    <a:pt x="194309" y="75565"/>
                    <a:pt x="188849" y="69215"/>
                  </a:cubicBezTo>
                  <a:cubicBezTo>
                    <a:pt x="183387" y="62865"/>
                    <a:pt x="177418" y="57531"/>
                    <a:pt x="171196" y="53467"/>
                  </a:cubicBezTo>
                  <a:cubicBezTo>
                    <a:pt x="158623" y="44704"/>
                    <a:pt x="145288" y="40386"/>
                    <a:pt x="131191" y="40386"/>
                  </a:cubicBezTo>
                  <a:cubicBezTo>
                    <a:pt x="125476" y="40386"/>
                    <a:pt x="119761" y="41148"/>
                    <a:pt x="114046" y="42545"/>
                  </a:cubicBezTo>
                  <a:cubicBezTo>
                    <a:pt x="108331" y="43942"/>
                    <a:pt x="102997" y="46228"/>
                    <a:pt x="97917" y="49276"/>
                  </a:cubicBezTo>
                  <a:cubicBezTo>
                    <a:pt x="87376" y="55118"/>
                    <a:pt x="77597" y="63881"/>
                    <a:pt x="68707" y="75692"/>
                  </a:cubicBezTo>
                  <a:cubicBezTo>
                    <a:pt x="64008" y="81660"/>
                    <a:pt x="59944" y="88137"/>
                    <a:pt x="56261" y="95122"/>
                  </a:cubicBezTo>
                  <a:cubicBezTo>
                    <a:pt x="52578" y="102107"/>
                    <a:pt x="49784" y="109346"/>
                    <a:pt x="47371" y="116839"/>
                  </a:cubicBezTo>
                  <a:cubicBezTo>
                    <a:pt x="45085" y="124713"/>
                    <a:pt x="43307" y="132968"/>
                    <a:pt x="42037" y="141477"/>
                  </a:cubicBezTo>
                  <a:cubicBezTo>
                    <a:pt x="40767" y="149986"/>
                    <a:pt x="40259" y="158495"/>
                    <a:pt x="40259" y="167385"/>
                  </a:cubicBezTo>
                  <a:cubicBezTo>
                    <a:pt x="40259" y="176148"/>
                    <a:pt x="40894" y="184657"/>
                    <a:pt x="42037" y="193166"/>
                  </a:cubicBezTo>
                  <a:cubicBezTo>
                    <a:pt x="43180" y="201675"/>
                    <a:pt x="45085" y="209676"/>
                    <a:pt x="47371" y="217677"/>
                  </a:cubicBezTo>
                  <a:cubicBezTo>
                    <a:pt x="49784" y="225170"/>
                    <a:pt x="52705" y="232409"/>
                    <a:pt x="56261" y="239394"/>
                  </a:cubicBezTo>
                  <a:cubicBezTo>
                    <a:pt x="59817" y="246379"/>
                    <a:pt x="64008" y="252856"/>
                    <a:pt x="68834" y="258952"/>
                  </a:cubicBezTo>
                  <a:cubicBezTo>
                    <a:pt x="73279" y="264921"/>
                    <a:pt x="77851" y="270128"/>
                    <a:pt x="82677" y="274446"/>
                  </a:cubicBezTo>
                  <a:cubicBezTo>
                    <a:pt x="87503" y="278764"/>
                    <a:pt x="92583" y="282447"/>
                    <a:pt x="97917" y="285114"/>
                  </a:cubicBezTo>
                  <a:cubicBezTo>
                    <a:pt x="102997" y="288289"/>
                    <a:pt x="108458" y="290575"/>
                    <a:pt x="114173" y="291972"/>
                  </a:cubicBezTo>
                  <a:cubicBezTo>
                    <a:pt x="119888" y="293369"/>
                    <a:pt x="125603" y="294131"/>
                    <a:pt x="131318" y="294131"/>
                  </a:cubicBezTo>
                  <a:cubicBezTo>
                    <a:pt x="145796" y="294131"/>
                    <a:pt x="159766" y="289559"/>
                    <a:pt x="172974" y="280542"/>
                  </a:cubicBezTo>
                  <a:cubicBezTo>
                    <a:pt x="179196" y="275843"/>
                    <a:pt x="185165" y="270128"/>
                    <a:pt x="190880" y="263397"/>
                  </a:cubicBezTo>
                  <a:cubicBezTo>
                    <a:pt x="196595" y="256666"/>
                    <a:pt x="202818" y="247014"/>
                    <a:pt x="209168" y="234314"/>
                  </a:cubicBezTo>
                  <a:lnTo>
                    <a:pt x="226440" y="243585"/>
                  </a:lnTo>
                  <a:lnTo>
                    <a:pt x="244220" y="252348"/>
                  </a:lnTo>
                  <a:cubicBezTo>
                    <a:pt x="236219" y="268350"/>
                    <a:pt x="228218" y="280923"/>
                    <a:pt x="220217" y="290194"/>
                  </a:cubicBezTo>
                  <a:cubicBezTo>
                    <a:pt x="212216" y="299465"/>
                    <a:pt x="203580" y="307466"/>
                    <a:pt x="194055" y="314070"/>
                  </a:cubicBezTo>
                  <a:cubicBezTo>
                    <a:pt x="184403" y="320547"/>
                    <a:pt x="174244" y="325500"/>
                    <a:pt x="163703" y="329056"/>
                  </a:cubicBezTo>
                  <a:cubicBezTo>
                    <a:pt x="153162" y="332612"/>
                    <a:pt x="142367" y="334390"/>
                    <a:pt x="131191" y="3343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20242" y="63500"/>
              <a:ext cx="273811" cy="335279"/>
            </a:xfrm>
            <a:custGeom>
              <a:avLst/>
              <a:gdLst/>
              <a:ahLst/>
              <a:cxnLst/>
              <a:rect r="r" b="b" t="t" l="l"/>
              <a:pathLst>
                <a:path h="335279" w="273811">
                  <a:moveTo>
                    <a:pt x="137160" y="335279"/>
                  </a:moveTo>
                  <a:cubicBezTo>
                    <a:pt x="132207" y="335279"/>
                    <a:pt x="127381" y="334898"/>
                    <a:pt x="122682" y="334136"/>
                  </a:cubicBezTo>
                  <a:cubicBezTo>
                    <a:pt x="117983" y="333374"/>
                    <a:pt x="113411" y="332739"/>
                    <a:pt x="108839" y="331723"/>
                  </a:cubicBezTo>
                  <a:cubicBezTo>
                    <a:pt x="104013" y="330453"/>
                    <a:pt x="99314" y="329056"/>
                    <a:pt x="94869" y="327278"/>
                  </a:cubicBezTo>
                  <a:cubicBezTo>
                    <a:pt x="90424" y="325500"/>
                    <a:pt x="86106" y="323595"/>
                    <a:pt x="81788" y="321436"/>
                  </a:cubicBezTo>
                  <a:cubicBezTo>
                    <a:pt x="77724" y="319150"/>
                    <a:pt x="73787" y="316610"/>
                    <a:pt x="69850" y="313943"/>
                  </a:cubicBezTo>
                  <a:cubicBezTo>
                    <a:pt x="65913" y="311276"/>
                    <a:pt x="62357" y="308355"/>
                    <a:pt x="58928" y="305180"/>
                  </a:cubicBezTo>
                  <a:cubicBezTo>
                    <a:pt x="55118" y="302386"/>
                    <a:pt x="51435" y="299084"/>
                    <a:pt x="48133" y="295401"/>
                  </a:cubicBezTo>
                  <a:cubicBezTo>
                    <a:pt x="44831" y="291718"/>
                    <a:pt x="41529" y="287908"/>
                    <a:pt x="38354" y="283971"/>
                  </a:cubicBezTo>
                  <a:cubicBezTo>
                    <a:pt x="32131" y="276097"/>
                    <a:pt x="26670" y="267842"/>
                    <a:pt x="21971" y="259079"/>
                  </a:cubicBezTo>
                  <a:cubicBezTo>
                    <a:pt x="17272" y="250316"/>
                    <a:pt x="13335" y="240791"/>
                    <a:pt x="10160" y="230885"/>
                  </a:cubicBezTo>
                  <a:cubicBezTo>
                    <a:pt x="6731" y="220598"/>
                    <a:pt x="4191" y="210311"/>
                    <a:pt x="2540" y="199897"/>
                  </a:cubicBezTo>
                  <a:cubicBezTo>
                    <a:pt x="889" y="189483"/>
                    <a:pt x="0" y="178688"/>
                    <a:pt x="0" y="167639"/>
                  </a:cubicBezTo>
                  <a:cubicBezTo>
                    <a:pt x="0" y="156590"/>
                    <a:pt x="889" y="145795"/>
                    <a:pt x="2540" y="135381"/>
                  </a:cubicBezTo>
                  <a:cubicBezTo>
                    <a:pt x="4191" y="124967"/>
                    <a:pt x="6731" y="114553"/>
                    <a:pt x="10160" y="104266"/>
                  </a:cubicBezTo>
                  <a:cubicBezTo>
                    <a:pt x="13335" y="94487"/>
                    <a:pt x="17272" y="85216"/>
                    <a:pt x="21971" y="76326"/>
                  </a:cubicBezTo>
                  <a:cubicBezTo>
                    <a:pt x="26670" y="67437"/>
                    <a:pt x="32131" y="58928"/>
                    <a:pt x="38354" y="50927"/>
                  </a:cubicBezTo>
                  <a:cubicBezTo>
                    <a:pt x="41529" y="46990"/>
                    <a:pt x="44831" y="43180"/>
                    <a:pt x="48133" y="39624"/>
                  </a:cubicBezTo>
                  <a:cubicBezTo>
                    <a:pt x="51435" y="36068"/>
                    <a:pt x="55118" y="32766"/>
                    <a:pt x="58801" y="29972"/>
                  </a:cubicBezTo>
                  <a:cubicBezTo>
                    <a:pt x="62230" y="26670"/>
                    <a:pt x="65913" y="23749"/>
                    <a:pt x="69850" y="21209"/>
                  </a:cubicBezTo>
                  <a:cubicBezTo>
                    <a:pt x="73787" y="18669"/>
                    <a:pt x="77724" y="16129"/>
                    <a:pt x="81661" y="13716"/>
                  </a:cubicBezTo>
                  <a:cubicBezTo>
                    <a:pt x="85979" y="11430"/>
                    <a:pt x="90424" y="9525"/>
                    <a:pt x="94869" y="7747"/>
                  </a:cubicBezTo>
                  <a:cubicBezTo>
                    <a:pt x="99314" y="5969"/>
                    <a:pt x="103886" y="4572"/>
                    <a:pt x="108839" y="3302"/>
                  </a:cubicBezTo>
                  <a:cubicBezTo>
                    <a:pt x="113284" y="2413"/>
                    <a:pt x="117983" y="1651"/>
                    <a:pt x="122682" y="1016"/>
                  </a:cubicBezTo>
                  <a:cubicBezTo>
                    <a:pt x="127381" y="381"/>
                    <a:pt x="132207" y="0"/>
                    <a:pt x="137160" y="0"/>
                  </a:cubicBezTo>
                  <a:cubicBezTo>
                    <a:pt x="141986" y="0"/>
                    <a:pt x="146685" y="381"/>
                    <a:pt x="151130" y="1016"/>
                  </a:cubicBezTo>
                  <a:cubicBezTo>
                    <a:pt x="155575" y="1651"/>
                    <a:pt x="160274" y="2413"/>
                    <a:pt x="164719" y="3302"/>
                  </a:cubicBezTo>
                  <a:cubicBezTo>
                    <a:pt x="169545" y="4572"/>
                    <a:pt x="174244" y="5969"/>
                    <a:pt x="178689" y="7747"/>
                  </a:cubicBezTo>
                  <a:cubicBezTo>
                    <a:pt x="183134" y="9525"/>
                    <a:pt x="187452" y="11430"/>
                    <a:pt x="191897" y="13716"/>
                  </a:cubicBezTo>
                  <a:cubicBezTo>
                    <a:pt x="195834" y="16129"/>
                    <a:pt x="199898" y="18669"/>
                    <a:pt x="203708" y="21209"/>
                  </a:cubicBezTo>
                  <a:cubicBezTo>
                    <a:pt x="207518" y="23749"/>
                    <a:pt x="211455" y="26797"/>
                    <a:pt x="214884" y="30099"/>
                  </a:cubicBezTo>
                  <a:cubicBezTo>
                    <a:pt x="218567" y="32893"/>
                    <a:pt x="221996" y="36068"/>
                    <a:pt x="225298" y="39624"/>
                  </a:cubicBezTo>
                  <a:cubicBezTo>
                    <a:pt x="228600" y="43180"/>
                    <a:pt x="232029" y="46990"/>
                    <a:pt x="235331" y="50927"/>
                  </a:cubicBezTo>
                  <a:cubicBezTo>
                    <a:pt x="241427" y="58928"/>
                    <a:pt x="246888" y="67437"/>
                    <a:pt x="251587" y="76326"/>
                  </a:cubicBezTo>
                  <a:cubicBezTo>
                    <a:pt x="256286" y="85216"/>
                    <a:pt x="260350" y="94487"/>
                    <a:pt x="263652" y="104266"/>
                  </a:cubicBezTo>
                  <a:cubicBezTo>
                    <a:pt x="270383" y="124459"/>
                    <a:pt x="273812" y="145668"/>
                    <a:pt x="273812" y="167639"/>
                  </a:cubicBezTo>
                  <a:cubicBezTo>
                    <a:pt x="273812" y="189483"/>
                    <a:pt x="270383" y="210565"/>
                    <a:pt x="263652" y="230885"/>
                  </a:cubicBezTo>
                  <a:cubicBezTo>
                    <a:pt x="260350" y="240791"/>
                    <a:pt x="256286" y="250189"/>
                    <a:pt x="251587" y="259079"/>
                  </a:cubicBezTo>
                  <a:cubicBezTo>
                    <a:pt x="246888" y="267969"/>
                    <a:pt x="241427" y="276224"/>
                    <a:pt x="235331" y="284098"/>
                  </a:cubicBezTo>
                  <a:cubicBezTo>
                    <a:pt x="232029" y="288035"/>
                    <a:pt x="228600" y="291845"/>
                    <a:pt x="225298" y="295401"/>
                  </a:cubicBezTo>
                  <a:cubicBezTo>
                    <a:pt x="221996" y="298957"/>
                    <a:pt x="218440" y="302259"/>
                    <a:pt x="214884" y="305180"/>
                  </a:cubicBezTo>
                  <a:cubicBezTo>
                    <a:pt x="211455" y="308355"/>
                    <a:pt x="207645" y="311149"/>
                    <a:pt x="203708" y="313943"/>
                  </a:cubicBezTo>
                  <a:cubicBezTo>
                    <a:pt x="199771" y="316737"/>
                    <a:pt x="195834" y="319150"/>
                    <a:pt x="191770" y="321436"/>
                  </a:cubicBezTo>
                  <a:cubicBezTo>
                    <a:pt x="187452" y="323595"/>
                    <a:pt x="183134" y="325627"/>
                    <a:pt x="178689" y="327278"/>
                  </a:cubicBezTo>
                  <a:cubicBezTo>
                    <a:pt x="174244" y="328929"/>
                    <a:pt x="169672" y="330453"/>
                    <a:pt x="164719" y="331723"/>
                  </a:cubicBezTo>
                  <a:cubicBezTo>
                    <a:pt x="160274" y="332612"/>
                    <a:pt x="155702" y="333501"/>
                    <a:pt x="151130" y="334136"/>
                  </a:cubicBezTo>
                  <a:cubicBezTo>
                    <a:pt x="146558" y="334771"/>
                    <a:pt x="141859" y="335279"/>
                    <a:pt x="137160" y="335279"/>
                  </a:cubicBezTo>
                  <a:close/>
                  <a:moveTo>
                    <a:pt x="137160" y="41148"/>
                  </a:moveTo>
                  <a:cubicBezTo>
                    <a:pt x="123952" y="41148"/>
                    <a:pt x="111633" y="44323"/>
                    <a:pt x="100203" y="50673"/>
                  </a:cubicBezTo>
                  <a:cubicBezTo>
                    <a:pt x="88773" y="57023"/>
                    <a:pt x="78613" y="66040"/>
                    <a:pt x="69723" y="77596"/>
                  </a:cubicBezTo>
                  <a:cubicBezTo>
                    <a:pt x="60960" y="89153"/>
                    <a:pt x="54102" y="102615"/>
                    <a:pt x="48895" y="117982"/>
                  </a:cubicBezTo>
                  <a:cubicBezTo>
                    <a:pt x="43688" y="133349"/>
                    <a:pt x="41148" y="149859"/>
                    <a:pt x="41148" y="167639"/>
                  </a:cubicBezTo>
                  <a:cubicBezTo>
                    <a:pt x="41148" y="185292"/>
                    <a:pt x="43688" y="201802"/>
                    <a:pt x="48895" y="217169"/>
                  </a:cubicBezTo>
                  <a:cubicBezTo>
                    <a:pt x="54102" y="232536"/>
                    <a:pt x="60960" y="245871"/>
                    <a:pt x="69723" y="257301"/>
                  </a:cubicBezTo>
                  <a:cubicBezTo>
                    <a:pt x="78613" y="268858"/>
                    <a:pt x="88773" y="277875"/>
                    <a:pt x="100203" y="284352"/>
                  </a:cubicBezTo>
                  <a:cubicBezTo>
                    <a:pt x="111633" y="290829"/>
                    <a:pt x="123952" y="294004"/>
                    <a:pt x="137160" y="294004"/>
                  </a:cubicBezTo>
                  <a:cubicBezTo>
                    <a:pt x="150114" y="294004"/>
                    <a:pt x="162179" y="290829"/>
                    <a:pt x="173609" y="284352"/>
                  </a:cubicBezTo>
                  <a:cubicBezTo>
                    <a:pt x="185039" y="277875"/>
                    <a:pt x="195072" y="268858"/>
                    <a:pt x="203962" y="257301"/>
                  </a:cubicBezTo>
                  <a:cubicBezTo>
                    <a:pt x="212725" y="245744"/>
                    <a:pt x="219583" y="232409"/>
                    <a:pt x="224790" y="217169"/>
                  </a:cubicBezTo>
                  <a:cubicBezTo>
                    <a:pt x="229997" y="201929"/>
                    <a:pt x="232664" y="185419"/>
                    <a:pt x="232664" y="167639"/>
                  </a:cubicBezTo>
                  <a:cubicBezTo>
                    <a:pt x="232664" y="149859"/>
                    <a:pt x="229997" y="133222"/>
                    <a:pt x="224790" y="117982"/>
                  </a:cubicBezTo>
                  <a:cubicBezTo>
                    <a:pt x="219583" y="102742"/>
                    <a:pt x="212598" y="89280"/>
                    <a:pt x="203962" y="77596"/>
                  </a:cubicBezTo>
                  <a:cubicBezTo>
                    <a:pt x="195072" y="66040"/>
                    <a:pt x="185039" y="57023"/>
                    <a:pt x="173609" y="50673"/>
                  </a:cubicBezTo>
                  <a:cubicBezTo>
                    <a:pt x="162179" y="44323"/>
                    <a:pt x="150114" y="41148"/>
                    <a:pt x="137160" y="411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347220" y="663692"/>
            <a:ext cx="2331653" cy="464210"/>
            <a:chOff x="0" y="0"/>
            <a:chExt cx="2331657" cy="4642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0" y="65150"/>
              <a:ext cx="222377" cy="333245"/>
            </a:xfrm>
            <a:custGeom>
              <a:avLst/>
              <a:gdLst/>
              <a:ahLst/>
              <a:cxnLst/>
              <a:rect r="r" b="b" t="t" l="l"/>
              <a:pathLst>
                <a:path h="333245" w="222377">
                  <a:moveTo>
                    <a:pt x="186436" y="333119"/>
                  </a:moveTo>
                  <a:lnTo>
                    <a:pt x="41148" y="89027"/>
                  </a:lnTo>
                  <a:lnTo>
                    <a:pt x="41148" y="331595"/>
                  </a:lnTo>
                  <a:lnTo>
                    <a:pt x="0" y="331595"/>
                  </a:lnTo>
                  <a:lnTo>
                    <a:pt x="0" y="9779"/>
                  </a:lnTo>
                  <a:lnTo>
                    <a:pt x="17653" y="4699"/>
                  </a:lnTo>
                  <a:lnTo>
                    <a:pt x="36449" y="0"/>
                  </a:lnTo>
                  <a:lnTo>
                    <a:pt x="115951" y="134238"/>
                  </a:lnTo>
                  <a:lnTo>
                    <a:pt x="181229" y="243711"/>
                  </a:lnTo>
                  <a:lnTo>
                    <a:pt x="181229" y="127"/>
                  </a:lnTo>
                  <a:lnTo>
                    <a:pt x="222377" y="127"/>
                  </a:lnTo>
                  <a:lnTo>
                    <a:pt x="222377" y="322705"/>
                  </a:lnTo>
                  <a:lnTo>
                    <a:pt x="204470" y="328420"/>
                  </a:lnTo>
                  <a:lnTo>
                    <a:pt x="186563" y="3332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05130" y="63880"/>
              <a:ext cx="243967" cy="334388"/>
            </a:xfrm>
            <a:custGeom>
              <a:avLst/>
              <a:gdLst/>
              <a:ahLst/>
              <a:cxnLst/>
              <a:rect r="r" b="b" t="t" l="l"/>
              <a:pathLst>
                <a:path h="334388" w="243967">
                  <a:moveTo>
                    <a:pt x="130937" y="334389"/>
                  </a:moveTo>
                  <a:cubicBezTo>
                    <a:pt x="126111" y="334389"/>
                    <a:pt x="121412" y="334008"/>
                    <a:pt x="116967" y="333246"/>
                  </a:cubicBezTo>
                  <a:cubicBezTo>
                    <a:pt x="112522" y="332484"/>
                    <a:pt x="107950" y="331849"/>
                    <a:pt x="103632" y="330833"/>
                  </a:cubicBezTo>
                  <a:cubicBezTo>
                    <a:pt x="99187" y="329563"/>
                    <a:pt x="94742" y="328166"/>
                    <a:pt x="90551" y="326388"/>
                  </a:cubicBezTo>
                  <a:cubicBezTo>
                    <a:pt x="86360" y="324610"/>
                    <a:pt x="82169" y="322451"/>
                    <a:pt x="77978" y="319911"/>
                  </a:cubicBezTo>
                  <a:cubicBezTo>
                    <a:pt x="74168" y="317625"/>
                    <a:pt x="70358" y="315339"/>
                    <a:pt x="66421" y="312799"/>
                  </a:cubicBezTo>
                  <a:cubicBezTo>
                    <a:pt x="62484" y="310259"/>
                    <a:pt x="58928" y="307338"/>
                    <a:pt x="55372" y="304036"/>
                  </a:cubicBezTo>
                  <a:cubicBezTo>
                    <a:pt x="52070" y="301115"/>
                    <a:pt x="48895" y="297813"/>
                    <a:pt x="45720" y="294257"/>
                  </a:cubicBezTo>
                  <a:cubicBezTo>
                    <a:pt x="42545" y="290701"/>
                    <a:pt x="39497" y="286891"/>
                    <a:pt x="36703" y="282954"/>
                  </a:cubicBezTo>
                  <a:cubicBezTo>
                    <a:pt x="30734" y="275080"/>
                    <a:pt x="25400" y="266825"/>
                    <a:pt x="20828" y="257935"/>
                  </a:cubicBezTo>
                  <a:cubicBezTo>
                    <a:pt x="16256" y="249045"/>
                    <a:pt x="12573" y="239647"/>
                    <a:pt x="9652" y="229488"/>
                  </a:cubicBezTo>
                  <a:cubicBezTo>
                    <a:pt x="6350" y="219709"/>
                    <a:pt x="3810" y="209676"/>
                    <a:pt x="2286" y="199389"/>
                  </a:cubicBezTo>
                  <a:cubicBezTo>
                    <a:pt x="762" y="189102"/>
                    <a:pt x="0" y="178307"/>
                    <a:pt x="0" y="167258"/>
                  </a:cubicBezTo>
                  <a:cubicBezTo>
                    <a:pt x="0" y="145033"/>
                    <a:pt x="3175" y="124205"/>
                    <a:pt x="9652" y="104775"/>
                  </a:cubicBezTo>
                  <a:cubicBezTo>
                    <a:pt x="12573" y="94615"/>
                    <a:pt x="16383" y="85090"/>
                    <a:pt x="20828" y="76327"/>
                  </a:cubicBezTo>
                  <a:cubicBezTo>
                    <a:pt x="25273" y="67564"/>
                    <a:pt x="30734" y="59055"/>
                    <a:pt x="36703" y="51054"/>
                  </a:cubicBezTo>
                  <a:cubicBezTo>
                    <a:pt x="39624" y="47117"/>
                    <a:pt x="42672" y="43434"/>
                    <a:pt x="45720" y="40132"/>
                  </a:cubicBezTo>
                  <a:cubicBezTo>
                    <a:pt x="48768" y="36830"/>
                    <a:pt x="52070" y="33655"/>
                    <a:pt x="55245" y="30353"/>
                  </a:cubicBezTo>
                  <a:cubicBezTo>
                    <a:pt x="58928" y="26670"/>
                    <a:pt x="62738" y="23749"/>
                    <a:pt x="66548" y="21336"/>
                  </a:cubicBezTo>
                  <a:cubicBezTo>
                    <a:pt x="70358" y="18923"/>
                    <a:pt x="74295" y="16383"/>
                    <a:pt x="78105" y="14097"/>
                  </a:cubicBezTo>
                  <a:cubicBezTo>
                    <a:pt x="82423" y="11811"/>
                    <a:pt x="86741" y="9779"/>
                    <a:pt x="90805" y="8001"/>
                  </a:cubicBezTo>
                  <a:cubicBezTo>
                    <a:pt x="94869" y="6223"/>
                    <a:pt x="99314" y="4699"/>
                    <a:pt x="103632" y="3683"/>
                  </a:cubicBezTo>
                  <a:cubicBezTo>
                    <a:pt x="108077" y="2413"/>
                    <a:pt x="112522" y="1524"/>
                    <a:pt x="117094" y="1016"/>
                  </a:cubicBezTo>
                  <a:cubicBezTo>
                    <a:pt x="121666" y="508"/>
                    <a:pt x="126365" y="0"/>
                    <a:pt x="131064" y="0"/>
                  </a:cubicBezTo>
                  <a:cubicBezTo>
                    <a:pt x="141986" y="0"/>
                    <a:pt x="152654" y="1778"/>
                    <a:pt x="163322" y="5334"/>
                  </a:cubicBezTo>
                  <a:cubicBezTo>
                    <a:pt x="168529" y="7112"/>
                    <a:pt x="173609" y="9271"/>
                    <a:pt x="178689" y="11684"/>
                  </a:cubicBezTo>
                  <a:cubicBezTo>
                    <a:pt x="183769" y="14097"/>
                    <a:pt x="188722" y="16891"/>
                    <a:pt x="193421" y="20320"/>
                  </a:cubicBezTo>
                  <a:cubicBezTo>
                    <a:pt x="197739" y="23241"/>
                    <a:pt x="202057" y="26543"/>
                    <a:pt x="206375" y="30353"/>
                  </a:cubicBezTo>
                  <a:cubicBezTo>
                    <a:pt x="210693" y="34163"/>
                    <a:pt x="214757" y="38100"/>
                    <a:pt x="218821" y="42291"/>
                  </a:cubicBezTo>
                  <a:cubicBezTo>
                    <a:pt x="222631" y="46736"/>
                    <a:pt x="226187" y="51435"/>
                    <a:pt x="229362" y="56261"/>
                  </a:cubicBezTo>
                  <a:cubicBezTo>
                    <a:pt x="232537" y="61087"/>
                    <a:pt x="236855" y="67818"/>
                    <a:pt x="241935" y="76581"/>
                  </a:cubicBezTo>
                  <a:lnTo>
                    <a:pt x="224663" y="86868"/>
                  </a:lnTo>
                  <a:lnTo>
                    <a:pt x="206121" y="96139"/>
                  </a:lnTo>
                  <a:cubicBezTo>
                    <a:pt x="200025" y="84582"/>
                    <a:pt x="194183" y="75565"/>
                    <a:pt x="188722" y="69215"/>
                  </a:cubicBezTo>
                  <a:cubicBezTo>
                    <a:pt x="183261" y="62865"/>
                    <a:pt x="177292" y="57531"/>
                    <a:pt x="171069" y="53467"/>
                  </a:cubicBezTo>
                  <a:cubicBezTo>
                    <a:pt x="158496" y="44704"/>
                    <a:pt x="145161" y="40386"/>
                    <a:pt x="131064" y="40386"/>
                  </a:cubicBezTo>
                  <a:cubicBezTo>
                    <a:pt x="125349" y="40386"/>
                    <a:pt x="119634" y="41148"/>
                    <a:pt x="113919" y="42545"/>
                  </a:cubicBezTo>
                  <a:cubicBezTo>
                    <a:pt x="108204" y="43942"/>
                    <a:pt x="102870" y="46228"/>
                    <a:pt x="97790" y="49276"/>
                  </a:cubicBezTo>
                  <a:cubicBezTo>
                    <a:pt x="87249" y="55118"/>
                    <a:pt x="77470" y="63881"/>
                    <a:pt x="68580" y="75692"/>
                  </a:cubicBezTo>
                  <a:cubicBezTo>
                    <a:pt x="63881" y="81661"/>
                    <a:pt x="59817" y="88138"/>
                    <a:pt x="56134" y="95123"/>
                  </a:cubicBezTo>
                  <a:cubicBezTo>
                    <a:pt x="52451" y="102108"/>
                    <a:pt x="49657" y="109347"/>
                    <a:pt x="47244" y="116839"/>
                  </a:cubicBezTo>
                  <a:cubicBezTo>
                    <a:pt x="44958" y="124713"/>
                    <a:pt x="43180" y="132968"/>
                    <a:pt x="41910" y="141477"/>
                  </a:cubicBezTo>
                  <a:cubicBezTo>
                    <a:pt x="40640" y="149986"/>
                    <a:pt x="40132" y="158495"/>
                    <a:pt x="40132" y="167385"/>
                  </a:cubicBezTo>
                  <a:cubicBezTo>
                    <a:pt x="40132" y="176148"/>
                    <a:pt x="40767" y="184657"/>
                    <a:pt x="41910" y="193166"/>
                  </a:cubicBezTo>
                  <a:cubicBezTo>
                    <a:pt x="43053" y="201675"/>
                    <a:pt x="44958" y="209676"/>
                    <a:pt x="47244" y="217677"/>
                  </a:cubicBezTo>
                  <a:cubicBezTo>
                    <a:pt x="49657" y="225170"/>
                    <a:pt x="52578" y="232409"/>
                    <a:pt x="56134" y="239393"/>
                  </a:cubicBezTo>
                  <a:cubicBezTo>
                    <a:pt x="59690" y="246378"/>
                    <a:pt x="63881" y="252855"/>
                    <a:pt x="68580" y="258951"/>
                  </a:cubicBezTo>
                  <a:cubicBezTo>
                    <a:pt x="73025" y="264920"/>
                    <a:pt x="77597" y="270127"/>
                    <a:pt x="82423" y="274445"/>
                  </a:cubicBezTo>
                  <a:cubicBezTo>
                    <a:pt x="87249" y="278763"/>
                    <a:pt x="92329" y="282446"/>
                    <a:pt x="97663" y="285113"/>
                  </a:cubicBezTo>
                  <a:cubicBezTo>
                    <a:pt x="102743" y="288288"/>
                    <a:pt x="108204" y="290574"/>
                    <a:pt x="113919" y="291971"/>
                  </a:cubicBezTo>
                  <a:cubicBezTo>
                    <a:pt x="119634" y="293368"/>
                    <a:pt x="125349" y="294130"/>
                    <a:pt x="131064" y="294130"/>
                  </a:cubicBezTo>
                  <a:cubicBezTo>
                    <a:pt x="145542" y="294130"/>
                    <a:pt x="159512" y="289558"/>
                    <a:pt x="172720" y="280541"/>
                  </a:cubicBezTo>
                  <a:cubicBezTo>
                    <a:pt x="178943" y="275842"/>
                    <a:pt x="184912" y="270127"/>
                    <a:pt x="190627" y="263396"/>
                  </a:cubicBezTo>
                  <a:cubicBezTo>
                    <a:pt x="196342" y="256665"/>
                    <a:pt x="202565" y="247013"/>
                    <a:pt x="208915" y="234314"/>
                  </a:cubicBezTo>
                  <a:lnTo>
                    <a:pt x="226187" y="243584"/>
                  </a:lnTo>
                  <a:lnTo>
                    <a:pt x="243967" y="252347"/>
                  </a:lnTo>
                  <a:cubicBezTo>
                    <a:pt x="235966" y="268349"/>
                    <a:pt x="227965" y="280922"/>
                    <a:pt x="219964" y="290193"/>
                  </a:cubicBezTo>
                  <a:cubicBezTo>
                    <a:pt x="211963" y="299464"/>
                    <a:pt x="203327" y="307465"/>
                    <a:pt x="193802" y="314069"/>
                  </a:cubicBezTo>
                  <a:cubicBezTo>
                    <a:pt x="184150" y="320546"/>
                    <a:pt x="173990" y="325499"/>
                    <a:pt x="163449" y="329055"/>
                  </a:cubicBezTo>
                  <a:cubicBezTo>
                    <a:pt x="152908" y="332611"/>
                    <a:pt x="142113" y="334389"/>
                    <a:pt x="130937" y="33438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60856" y="63880"/>
              <a:ext cx="187325" cy="334896"/>
            </a:xfrm>
            <a:custGeom>
              <a:avLst/>
              <a:gdLst/>
              <a:ahLst/>
              <a:cxnLst/>
              <a:rect r="r" b="b" t="t" l="l"/>
              <a:pathLst>
                <a:path h="334896" w="187325">
                  <a:moveTo>
                    <a:pt x="187325" y="334897"/>
                  </a:moveTo>
                  <a:lnTo>
                    <a:pt x="0" y="334897"/>
                  </a:lnTo>
                  <a:lnTo>
                    <a:pt x="0" y="0"/>
                  </a:lnTo>
                  <a:lnTo>
                    <a:pt x="41148" y="0"/>
                  </a:lnTo>
                  <a:lnTo>
                    <a:pt x="41148" y="293749"/>
                  </a:lnTo>
                  <a:lnTo>
                    <a:pt x="187325" y="293749"/>
                  </a:lnTo>
                  <a:lnTo>
                    <a:pt x="187325" y="3348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071752" y="66293"/>
              <a:ext cx="226822" cy="334515"/>
            </a:xfrm>
            <a:custGeom>
              <a:avLst/>
              <a:gdLst/>
              <a:ahLst/>
              <a:cxnLst/>
              <a:rect r="r" b="b" t="t" l="l"/>
              <a:pathLst>
                <a:path h="334515" w="226822">
                  <a:moveTo>
                    <a:pt x="113665" y="334389"/>
                  </a:moveTo>
                  <a:cubicBezTo>
                    <a:pt x="105410" y="334389"/>
                    <a:pt x="97536" y="333754"/>
                    <a:pt x="89789" y="332357"/>
                  </a:cubicBezTo>
                  <a:cubicBezTo>
                    <a:pt x="82042" y="330960"/>
                    <a:pt x="74930" y="328928"/>
                    <a:pt x="68072" y="326388"/>
                  </a:cubicBezTo>
                  <a:cubicBezTo>
                    <a:pt x="61087" y="323721"/>
                    <a:pt x="54610" y="320419"/>
                    <a:pt x="48641" y="316355"/>
                  </a:cubicBezTo>
                  <a:cubicBezTo>
                    <a:pt x="42672" y="312291"/>
                    <a:pt x="37084" y="307592"/>
                    <a:pt x="31877" y="302385"/>
                  </a:cubicBezTo>
                  <a:cubicBezTo>
                    <a:pt x="26670" y="297178"/>
                    <a:pt x="21971" y="291336"/>
                    <a:pt x="17907" y="284986"/>
                  </a:cubicBezTo>
                  <a:cubicBezTo>
                    <a:pt x="13843" y="278636"/>
                    <a:pt x="10668" y="271524"/>
                    <a:pt x="8001" y="263904"/>
                  </a:cubicBezTo>
                  <a:cubicBezTo>
                    <a:pt x="2667" y="249299"/>
                    <a:pt x="0" y="233043"/>
                    <a:pt x="0" y="215010"/>
                  </a:cubicBezTo>
                  <a:lnTo>
                    <a:pt x="0" y="0"/>
                  </a:lnTo>
                  <a:lnTo>
                    <a:pt x="41148" y="0"/>
                  </a:lnTo>
                  <a:lnTo>
                    <a:pt x="41148" y="215010"/>
                  </a:lnTo>
                  <a:cubicBezTo>
                    <a:pt x="41148" y="227456"/>
                    <a:pt x="42799" y="238631"/>
                    <a:pt x="45974" y="248410"/>
                  </a:cubicBezTo>
                  <a:cubicBezTo>
                    <a:pt x="49149" y="258189"/>
                    <a:pt x="53975" y="266317"/>
                    <a:pt x="60325" y="273048"/>
                  </a:cubicBezTo>
                  <a:cubicBezTo>
                    <a:pt x="66548" y="279525"/>
                    <a:pt x="73914" y="284605"/>
                    <a:pt x="82677" y="288161"/>
                  </a:cubicBezTo>
                  <a:cubicBezTo>
                    <a:pt x="91440" y="291717"/>
                    <a:pt x="101854" y="293368"/>
                    <a:pt x="113538" y="293368"/>
                  </a:cubicBezTo>
                  <a:cubicBezTo>
                    <a:pt x="124714" y="293368"/>
                    <a:pt x="134747" y="291590"/>
                    <a:pt x="143510" y="287907"/>
                  </a:cubicBezTo>
                  <a:cubicBezTo>
                    <a:pt x="152273" y="284224"/>
                    <a:pt x="160020" y="279144"/>
                    <a:pt x="166116" y="272540"/>
                  </a:cubicBezTo>
                  <a:cubicBezTo>
                    <a:pt x="172466" y="265555"/>
                    <a:pt x="177292" y="257300"/>
                    <a:pt x="180594" y="247902"/>
                  </a:cubicBezTo>
                  <a:cubicBezTo>
                    <a:pt x="183896" y="238504"/>
                    <a:pt x="185674" y="227329"/>
                    <a:pt x="185674" y="215010"/>
                  </a:cubicBezTo>
                  <a:lnTo>
                    <a:pt x="185674" y="0"/>
                  </a:lnTo>
                  <a:lnTo>
                    <a:pt x="226822" y="0"/>
                  </a:lnTo>
                  <a:lnTo>
                    <a:pt x="226822" y="215010"/>
                  </a:lnTo>
                  <a:cubicBezTo>
                    <a:pt x="226822" y="223646"/>
                    <a:pt x="226187" y="232028"/>
                    <a:pt x="224917" y="240028"/>
                  </a:cubicBezTo>
                  <a:cubicBezTo>
                    <a:pt x="223647" y="248029"/>
                    <a:pt x="221742" y="255649"/>
                    <a:pt x="219202" y="262634"/>
                  </a:cubicBezTo>
                  <a:cubicBezTo>
                    <a:pt x="213487" y="277747"/>
                    <a:pt x="205486" y="290828"/>
                    <a:pt x="195199" y="301623"/>
                  </a:cubicBezTo>
                  <a:cubicBezTo>
                    <a:pt x="189992" y="306830"/>
                    <a:pt x="184404" y="311529"/>
                    <a:pt x="178308" y="315720"/>
                  </a:cubicBezTo>
                  <a:cubicBezTo>
                    <a:pt x="172212" y="319911"/>
                    <a:pt x="165862" y="323213"/>
                    <a:pt x="159004" y="326007"/>
                  </a:cubicBezTo>
                  <a:cubicBezTo>
                    <a:pt x="144526" y="331722"/>
                    <a:pt x="129413" y="334516"/>
                    <a:pt x="113538" y="3345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413763" y="63499"/>
              <a:ext cx="229616" cy="335277"/>
            </a:xfrm>
            <a:custGeom>
              <a:avLst/>
              <a:gdLst/>
              <a:ahLst/>
              <a:cxnLst/>
              <a:rect r="r" b="b" t="t" l="l"/>
              <a:pathLst>
                <a:path h="335277" w="229616">
                  <a:moveTo>
                    <a:pt x="115697" y="335278"/>
                  </a:moveTo>
                  <a:cubicBezTo>
                    <a:pt x="108839" y="335278"/>
                    <a:pt x="102108" y="334770"/>
                    <a:pt x="95631" y="333754"/>
                  </a:cubicBezTo>
                  <a:cubicBezTo>
                    <a:pt x="89154" y="332738"/>
                    <a:pt x="82931" y="331341"/>
                    <a:pt x="76835" y="329563"/>
                  </a:cubicBezTo>
                  <a:cubicBezTo>
                    <a:pt x="70612" y="327785"/>
                    <a:pt x="64770" y="325372"/>
                    <a:pt x="59182" y="322578"/>
                  </a:cubicBezTo>
                  <a:cubicBezTo>
                    <a:pt x="53594" y="319784"/>
                    <a:pt x="48387" y="316355"/>
                    <a:pt x="43180" y="312418"/>
                  </a:cubicBezTo>
                  <a:cubicBezTo>
                    <a:pt x="37973" y="308481"/>
                    <a:pt x="33147" y="304036"/>
                    <a:pt x="28575" y="299337"/>
                  </a:cubicBezTo>
                  <a:cubicBezTo>
                    <a:pt x="24003" y="294638"/>
                    <a:pt x="20193" y="289558"/>
                    <a:pt x="16637" y="283970"/>
                  </a:cubicBezTo>
                  <a:cubicBezTo>
                    <a:pt x="13081" y="278382"/>
                    <a:pt x="10033" y="272794"/>
                    <a:pt x="7620" y="266698"/>
                  </a:cubicBezTo>
                  <a:cubicBezTo>
                    <a:pt x="5207" y="260602"/>
                    <a:pt x="2794" y="251966"/>
                    <a:pt x="0" y="240663"/>
                  </a:cubicBezTo>
                  <a:lnTo>
                    <a:pt x="20828" y="236472"/>
                  </a:lnTo>
                  <a:lnTo>
                    <a:pt x="40386" y="232663"/>
                  </a:lnTo>
                  <a:cubicBezTo>
                    <a:pt x="43180" y="245235"/>
                    <a:pt x="46609" y="254887"/>
                    <a:pt x="50927" y="261745"/>
                  </a:cubicBezTo>
                  <a:cubicBezTo>
                    <a:pt x="55245" y="268603"/>
                    <a:pt x="60579" y="274191"/>
                    <a:pt x="66929" y="278763"/>
                  </a:cubicBezTo>
                  <a:cubicBezTo>
                    <a:pt x="73279" y="283716"/>
                    <a:pt x="80518" y="287526"/>
                    <a:pt x="88646" y="290066"/>
                  </a:cubicBezTo>
                  <a:cubicBezTo>
                    <a:pt x="96774" y="292606"/>
                    <a:pt x="105791" y="294003"/>
                    <a:pt x="115570" y="294003"/>
                  </a:cubicBezTo>
                  <a:cubicBezTo>
                    <a:pt x="124714" y="294003"/>
                    <a:pt x="133604" y="293114"/>
                    <a:pt x="142367" y="291209"/>
                  </a:cubicBezTo>
                  <a:cubicBezTo>
                    <a:pt x="151130" y="289304"/>
                    <a:pt x="159004" y="286129"/>
                    <a:pt x="166116" y="281557"/>
                  </a:cubicBezTo>
                  <a:cubicBezTo>
                    <a:pt x="172974" y="277366"/>
                    <a:pt x="178435" y="272159"/>
                    <a:pt x="182372" y="265682"/>
                  </a:cubicBezTo>
                  <a:cubicBezTo>
                    <a:pt x="186309" y="259205"/>
                    <a:pt x="188468" y="250950"/>
                    <a:pt x="188468" y="241171"/>
                  </a:cubicBezTo>
                  <a:cubicBezTo>
                    <a:pt x="188468" y="234949"/>
                    <a:pt x="187706" y="229107"/>
                    <a:pt x="186309" y="223392"/>
                  </a:cubicBezTo>
                  <a:cubicBezTo>
                    <a:pt x="184912" y="217677"/>
                    <a:pt x="182118" y="212089"/>
                    <a:pt x="177800" y="207136"/>
                  </a:cubicBezTo>
                  <a:cubicBezTo>
                    <a:pt x="173736" y="202183"/>
                    <a:pt x="167513" y="197738"/>
                    <a:pt x="159004" y="193928"/>
                  </a:cubicBezTo>
                  <a:cubicBezTo>
                    <a:pt x="150495" y="190118"/>
                    <a:pt x="138938" y="187197"/>
                    <a:pt x="124333" y="185419"/>
                  </a:cubicBezTo>
                  <a:cubicBezTo>
                    <a:pt x="115189" y="184657"/>
                    <a:pt x="106553" y="183514"/>
                    <a:pt x="98552" y="181990"/>
                  </a:cubicBezTo>
                  <a:cubicBezTo>
                    <a:pt x="90551" y="180466"/>
                    <a:pt x="83058" y="178561"/>
                    <a:pt x="75819" y="176148"/>
                  </a:cubicBezTo>
                  <a:cubicBezTo>
                    <a:pt x="68580" y="173989"/>
                    <a:pt x="61976" y="171576"/>
                    <a:pt x="55880" y="168655"/>
                  </a:cubicBezTo>
                  <a:cubicBezTo>
                    <a:pt x="49784" y="165734"/>
                    <a:pt x="44323" y="162686"/>
                    <a:pt x="39370" y="159511"/>
                  </a:cubicBezTo>
                  <a:cubicBezTo>
                    <a:pt x="27432" y="151383"/>
                    <a:pt x="18923" y="141858"/>
                    <a:pt x="13716" y="130809"/>
                  </a:cubicBezTo>
                  <a:cubicBezTo>
                    <a:pt x="10541" y="125348"/>
                    <a:pt x="8255" y="119379"/>
                    <a:pt x="6731" y="113157"/>
                  </a:cubicBezTo>
                  <a:cubicBezTo>
                    <a:pt x="5207" y="106934"/>
                    <a:pt x="4445" y="100330"/>
                    <a:pt x="4445" y="93853"/>
                  </a:cubicBezTo>
                  <a:cubicBezTo>
                    <a:pt x="4445" y="82296"/>
                    <a:pt x="6731" y="70993"/>
                    <a:pt x="11303" y="60198"/>
                  </a:cubicBezTo>
                  <a:cubicBezTo>
                    <a:pt x="13589" y="54737"/>
                    <a:pt x="16383" y="49530"/>
                    <a:pt x="19558" y="44831"/>
                  </a:cubicBezTo>
                  <a:cubicBezTo>
                    <a:pt x="22733" y="40132"/>
                    <a:pt x="26289" y="35433"/>
                    <a:pt x="30099" y="30988"/>
                  </a:cubicBezTo>
                  <a:cubicBezTo>
                    <a:pt x="33782" y="27305"/>
                    <a:pt x="38227" y="23622"/>
                    <a:pt x="43307" y="19939"/>
                  </a:cubicBezTo>
                  <a:cubicBezTo>
                    <a:pt x="48387" y="16256"/>
                    <a:pt x="54483" y="12954"/>
                    <a:pt x="61468" y="10287"/>
                  </a:cubicBezTo>
                  <a:cubicBezTo>
                    <a:pt x="68326" y="7366"/>
                    <a:pt x="76073" y="4826"/>
                    <a:pt x="84836" y="3048"/>
                  </a:cubicBezTo>
                  <a:cubicBezTo>
                    <a:pt x="93599" y="1270"/>
                    <a:pt x="103632" y="0"/>
                    <a:pt x="114427" y="0"/>
                  </a:cubicBezTo>
                  <a:cubicBezTo>
                    <a:pt x="122174" y="0"/>
                    <a:pt x="129540" y="508"/>
                    <a:pt x="136779" y="1397"/>
                  </a:cubicBezTo>
                  <a:cubicBezTo>
                    <a:pt x="144018" y="2286"/>
                    <a:pt x="150749" y="3683"/>
                    <a:pt x="157226" y="5588"/>
                  </a:cubicBezTo>
                  <a:cubicBezTo>
                    <a:pt x="164084" y="7747"/>
                    <a:pt x="170307" y="10287"/>
                    <a:pt x="175895" y="13208"/>
                  </a:cubicBezTo>
                  <a:cubicBezTo>
                    <a:pt x="181483" y="16129"/>
                    <a:pt x="186944" y="19685"/>
                    <a:pt x="191770" y="23749"/>
                  </a:cubicBezTo>
                  <a:cubicBezTo>
                    <a:pt x="196342" y="27686"/>
                    <a:pt x="200279" y="31877"/>
                    <a:pt x="203454" y="36322"/>
                  </a:cubicBezTo>
                  <a:cubicBezTo>
                    <a:pt x="206629" y="40767"/>
                    <a:pt x="209677" y="45212"/>
                    <a:pt x="212217" y="50038"/>
                  </a:cubicBezTo>
                  <a:cubicBezTo>
                    <a:pt x="217170" y="60325"/>
                    <a:pt x="219583" y="73025"/>
                    <a:pt x="219583" y="88392"/>
                  </a:cubicBezTo>
                  <a:lnTo>
                    <a:pt x="178435" y="88392"/>
                  </a:lnTo>
                  <a:cubicBezTo>
                    <a:pt x="178435" y="81407"/>
                    <a:pt x="178054" y="76835"/>
                    <a:pt x="177419" y="74676"/>
                  </a:cubicBezTo>
                  <a:cubicBezTo>
                    <a:pt x="176784" y="72517"/>
                    <a:pt x="176022" y="70104"/>
                    <a:pt x="174879" y="67564"/>
                  </a:cubicBezTo>
                  <a:cubicBezTo>
                    <a:pt x="173736" y="65024"/>
                    <a:pt x="172339" y="62992"/>
                    <a:pt x="170688" y="61087"/>
                  </a:cubicBezTo>
                  <a:cubicBezTo>
                    <a:pt x="169037" y="59182"/>
                    <a:pt x="167259" y="57150"/>
                    <a:pt x="165481" y="55372"/>
                  </a:cubicBezTo>
                  <a:cubicBezTo>
                    <a:pt x="162687" y="53340"/>
                    <a:pt x="159512" y="51435"/>
                    <a:pt x="155829" y="49657"/>
                  </a:cubicBezTo>
                  <a:cubicBezTo>
                    <a:pt x="152146" y="47879"/>
                    <a:pt x="148209" y="46228"/>
                    <a:pt x="144018" y="44704"/>
                  </a:cubicBezTo>
                  <a:cubicBezTo>
                    <a:pt x="135255" y="42291"/>
                    <a:pt x="125476" y="41148"/>
                    <a:pt x="114427" y="41148"/>
                  </a:cubicBezTo>
                  <a:cubicBezTo>
                    <a:pt x="108204" y="41148"/>
                    <a:pt x="102489" y="41529"/>
                    <a:pt x="97282" y="42291"/>
                  </a:cubicBezTo>
                  <a:cubicBezTo>
                    <a:pt x="92075" y="43053"/>
                    <a:pt x="87249" y="44069"/>
                    <a:pt x="82677" y="45466"/>
                  </a:cubicBezTo>
                  <a:cubicBezTo>
                    <a:pt x="78105" y="47371"/>
                    <a:pt x="73914" y="49403"/>
                    <a:pt x="70104" y="51816"/>
                  </a:cubicBezTo>
                  <a:cubicBezTo>
                    <a:pt x="66294" y="54229"/>
                    <a:pt x="63119" y="56642"/>
                    <a:pt x="60452" y="59563"/>
                  </a:cubicBezTo>
                  <a:cubicBezTo>
                    <a:pt x="55753" y="64389"/>
                    <a:pt x="51943" y="69850"/>
                    <a:pt x="49149" y="75819"/>
                  </a:cubicBezTo>
                  <a:cubicBezTo>
                    <a:pt x="46863" y="81788"/>
                    <a:pt x="45720" y="87757"/>
                    <a:pt x="45720" y="93726"/>
                  </a:cubicBezTo>
                  <a:cubicBezTo>
                    <a:pt x="45720" y="107442"/>
                    <a:pt x="52197" y="118363"/>
                    <a:pt x="65024" y="126618"/>
                  </a:cubicBezTo>
                  <a:cubicBezTo>
                    <a:pt x="78740" y="135762"/>
                    <a:pt x="99949" y="141731"/>
                    <a:pt x="128397" y="144652"/>
                  </a:cubicBezTo>
                  <a:cubicBezTo>
                    <a:pt x="145542" y="146303"/>
                    <a:pt x="160655" y="149859"/>
                    <a:pt x="173482" y="155066"/>
                  </a:cubicBezTo>
                  <a:cubicBezTo>
                    <a:pt x="186182" y="160273"/>
                    <a:pt x="196977" y="167258"/>
                    <a:pt x="205867" y="176148"/>
                  </a:cubicBezTo>
                  <a:cubicBezTo>
                    <a:pt x="209804" y="180339"/>
                    <a:pt x="213360" y="184657"/>
                    <a:pt x="216154" y="189356"/>
                  </a:cubicBezTo>
                  <a:cubicBezTo>
                    <a:pt x="218948" y="194055"/>
                    <a:pt x="221615" y="199135"/>
                    <a:pt x="223774" y="204469"/>
                  </a:cubicBezTo>
                  <a:cubicBezTo>
                    <a:pt x="225679" y="210184"/>
                    <a:pt x="227076" y="216153"/>
                    <a:pt x="228092" y="222249"/>
                  </a:cubicBezTo>
                  <a:cubicBezTo>
                    <a:pt x="229108" y="228345"/>
                    <a:pt x="229616" y="234567"/>
                    <a:pt x="229616" y="241171"/>
                  </a:cubicBezTo>
                  <a:cubicBezTo>
                    <a:pt x="229616" y="255649"/>
                    <a:pt x="226695" y="269111"/>
                    <a:pt x="220853" y="281557"/>
                  </a:cubicBezTo>
                  <a:cubicBezTo>
                    <a:pt x="214503" y="293495"/>
                    <a:pt x="205740" y="303782"/>
                    <a:pt x="194310" y="312291"/>
                  </a:cubicBezTo>
                  <a:cubicBezTo>
                    <a:pt x="188976" y="316228"/>
                    <a:pt x="183388" y="319530"/>
                    <a:pt x="177546" y="322197"/>
                  </a:cubicBezTo>
                  <a:cubicBezTo>
                    <a:pt x="171704" y="324864"/>
                    <a:pt x="165354" y="327277"/>
                    <a:pt x="158496" y="329436"/>
                  </a:cubicBezTo>
                  <a:cubicBezTo>
                    <a:pt x="151765" y="331214"/>
                    <a:pt x="144907" y="332611"/>
                    <a:pt x="137922" y="333627"/>
                  </a:cubicBezTo>
                  <a:cubicBezTo>
                    <a:pt x="130937" y="334643"/>
                    <a:pt x="123444" y="335151"/>
                    <a:pt x="115570" y="335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768220" y="63753"/>
              <a:ext cx="103124" cy="335277"/>
            </a:xfrm>
            <a:custGeom>
              <a:avLst/>
              <a:gdLst/>
              <a:ahLst/>
              <a:cxnLst/>
              <a:rect r="r" b="b" t="t" l="l"/>
              <a:pathLst>
                <a:path h="335277" w="103124">
                  <a:moveTo>
                    <a:pt x="103124" y="335278"/>
                  </a:moveTo>
                  <a:lnTo>
                    <a:pt x="0" y="335278"/>
                  </a:lnTo>
                  <a:lnTo>
                    <a:pt x="0" y="294130"/>
                  </a:lnTo>
                  <a:lnTo>
                    <a:pt x="30734" y="294130"/>
                  </a:lnTo>
                  <a:lnTo>
                    <a:pt x="30734" y="41021"/>
                  </a:lnTo>
                  <a:lnTo>
                    <a:pt x="0" y="41021"/>
                  </a:lnTo>
                  <a:lnTo>
                    <a:pt x="0" y="0"/>
                  </a:lnTo>
                  <a:lnTo>
                    <a:pt x="103124" y="0"/>
                  </a:lnTo>
                  <a:lnTo>
                    <a:pt x="103124" y="41021"/>
                  </a:lnTo>
                  <a:lnTo>
                    <a:pt x="71755" y="41021"/>
                  </a:lnTo>
                  <a:lnTo>
                    <a:pt x="71755" y="294130"/>
                  </a:lnTo>
                  <a:lnTo>
                    <a:pt x="103124" y="294130"/>
                  </a:lnTo>
                  <a:lnTo>
                    <a:pt x="103124" y="335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994407" y="63499"/>
              <a:ext cx="273812" cy="335277"/>
            </a:xfrm>
            <a:custGeom>
              <a:avLst/>
              <a:gdLst/>
              <a:ahLst/>
              <a:cxnLst/>
              <a:rect r="r" b="b" t="t" l="l"/>
              <a:pathLst>
                <a:path h="335277" w="273812">
                  <a:moveTo>
                    <a:pt x="137160" y="335278"/>
                  </a:moveTo>
                  <a:cubicBezTo>
                    <a:pt x="132207" y="335278"/>
                    <a:pt x="127381" y="334897"/>
                    <a:pt x="122682" y="334135"/>
                  </a:cubicBezTo>
                  <a:cubicBezTo>
                    <a:pt x="117983" y="333373"/>
                    <a:pt x="113411" y="332738"/>
                    <a:pt x="108839" y="331722"/>
                  </a:cubicBezTo>
                  <a:cubicBezTo>
                    <a:pt x="104013" y="330452"/>
                    <a:pt x="99314" y="329055"/>
                    <a:pt x="94869" y="327277"/>
                  </a:cubicBezTo>
                  <a:cubicBezTo>
                    <a:pt x="90424" y="325499"/>
                    <a:pt x="86106" y="323594"/>
                    <a:pt x="81788" y="321435"/>
                  </a:cubicBezTo>
                  <a:cubicBezTo>
                    <a:pt x="77724" y="319149"/>
                    <a:pt x="73787" y="316609"/>
                    <a:pt x="69850" y="313942"/>
                  </a:cubicBezTo>
                  <a:cubicBezTo>
                    <a:pt x="65913" y="311275"/>
                    <a:pt x="62357" y="308354"/>
                    <a:pt x="58928" y="305179"/>
                  </a:cubicBezTo>
                  <a:cubicBezTo>
                    <a:pt x="55118" y="302385"/>
                    <a:pt x="51435" y="299083"/>
                    <a:pt x="48133" y="295400"/>
                  </a:cubicBezTo>
                  <a:cubicBezTo>
                    <a:pt x="44831" y="291717"/>
                    <a:pt x="41529" y="287907"/>
                    <a:pt x="38354" y="283970"/>
                  </a:cubicBezTo>
                  <a:cubicBezTo>
                    <a:pt x="32131" y="276096"/>
                    <a:pt x="26670" y="267841"/>
                    <a:pt x="21971" y="259078"/>
                  </a:cubicBezTo>
                  <a:cubicBezTo>
                    <a:pt x="17272" y="250315"/>
                    <a:pt x="13335" y="240790"/>
                    <a:pt x="10160" y="230885"/>
                  </a:cubicBezTo>
                  <a:cubicBezTo>
                    <a:pt x="6731" y="220598"/>
                    <a:pt x="4191" y="210311"/>
                    <a:pt x="2540" y="199897"/>
                  </a:cubicBezTo>
                  <a:cubicBezTo>
                    <a:pt x="889" y="189483"/>
                    <a:pt x="0" y="178688"/>
                    <a:pt x="0" y="167639"/>
                  </a:cubicBezTo>
                  <a:cubicBezTo>
                    <a:pt x="0" y="156590"/>
                    <a:pt x="889" y="145795"/>
                    <a:pt x="2540" y="135381"/>
                  </a:cubicBezTo>
                  <a:cubicBezTo>
                    <a:pt x="4191" y="124967"/>
                    <a:pt x="6731" y="114554"/>
                    <a:pt x="10160" y="104267"/>
                  </a:cubicBezTo>
                  <a:cubicBezTo>
                    <a:pt x="13335" y="94488"/>
                    <a:pt x="17272" y="85217"/>
                    <a:pt x="21971" y="76327"/>
                  </a:cubicBezTo>
                  <a:cubicBezTo>
                    <a:pt x="26670" y="67437"/>
                    <a:pt x="32131" y="58928"/>
                    <a:pt x="38354" y="50927"/>
                  </a:cubicBezTo>
                  <a:cubicBezTo>
                    <a:pt x="41529" y="46990"/>
                    <a:pt x="44831" y="43180"/>
                    <a:pt x="48133" y="39624"/>
                  </a:cubicBezTo>
                  <a:cubicBezTo>
                    <a:pt x="51435" y="36068"/>
                    <a:pt x="55118" y="32766"/>
                    <a:pt x="58801" y="29972"/>
                  </a:cubicBezTo>
                  <a:cubicBezTo>
                    <a:pt x="62230" y="26670"/>
                    <a:pt x="65913" y="23749"/>
                    <a:pt x="69850" y="21209"/>
                  </a:cubicBezTo>
                  <a:cubicBezTo>
                    <a:pt x="73787" y="18669"/>
                    <a:pt x="77724" y="16129"/>
                    <a:pt x="81661" y="13716"/>
                  </a:cubicBezTo>
                  <a:cubicBezTo>
                    <a:pt x="85979" y="11430"/>
                    <a:pt x="90424" y="9525"/>
                    <a:pt x="94869" y="7747"/>
                  </a:cubicBezTo>
                  <a:cubicBezTo>
                    <a:pt x="99314" y="5969"/>
                    <a:pt x="103886" y="4572"/>
                    <a:pt x="108839" y="3302"/>
                  </a:cubicBezTo>
                  <a:cubicBezTo>
                    <a:pt x="113284" y="2413"/>
                    <a:pt x="117983" y="1651"/>
                    <a:pt x="122682" y="1016"/>
                  </a:cubicBezTo>
                  <a:cubicBezTo>
                    <a:pt x="127381" y="381"/>
                    <a:pt x="132207" y="0"/>
                    <a:pt x="137160" y="0"/>
                  </a:cubicBezTo>
                  <a:cubicBezTo>
                    <a:pt x="141986" y="0"/>
                    <a:pt x="146685" y="381"/>
                    <a:pt x="151130" y="1016"/>
                  </a:cubicBezTo>
                  <a:cubicBezTo>
                    <a:pt x="155575" y="1651"/>
                    <a:pt x="160274" y="2413"/>
                    <a:pt x="164719" y="3302"/>
                  </a:cubicBezTo>
                  <a:cubicBezTo>
                    <a:pt x="169545" y="4572"/>
                    <a:pt x="174243" y="5969"/>
                    <a:pt x="178688" y="7747"/>
                  </a:cubicBezTo>
                  <a:cubicBezTo>
                    <a:pt x="183133" y="9525"/>
                    <a:pt x="187451" y="11430"/>
                    <a:pt x="191896" y="13716"/>
                  </a:cubicBezTo>
                  <a:cubicBezTo>
                    <a:pt x="195833" y="16129"/>
                    <a:pt x="199897" y="18669"/>
                    <a:pt x="203707" y="21209"/>
                  </a:cubicBezTo>
                  <a:cubicBezTo>
                    <a:pt x="207517" y="23749"/>
                    <a:pt x="211454" y="26797"/>
                    <a:pt x="214883" y="30099"/>
                  </a:cubicBezTo>
                  <a:cubicBezTo>
                    <a:pt x="218566" y="32893"/>
                    <a:pt x="221996" y="36068"/>
                    <a:pt x="225297" y="39624"/>
                  </a:cubicBezTo>
                  <a:cubicBezTo>
                    <a:pt x="228599" y="43180"/>
                    <a:pt x="232028" y="46990"/>
                    <a:pt x="235330" y="50927"/>
                  </a:cubicBezTo>
                  <a:cubicBezTo>
                    <a:pt x="241426" y="58928"/>
                    <a:pt x="246887" y="67437"/>
                    <a:pt x="251586" y="76327"/>
                  </a:cubicBezTo>
                  <a:cubicBezTo>
                    <a:pt x="256285" y="85217"/>
                    <a:pt x="260349" y="94488"/>
                    <a:pt x="263651" y="104267"/>
                  </a:cubicBezTo>
                  <a:cubicBezTo>
                    <a:pt x="270382" y="124459"/>
                    <a:pt x="273811" y="145668"/>
                    <a:pt x="273811" y="167639"/>
                  </a:cubicBezTo>
                  <a:cubicBezTo>
                    <a:pt x="273811" y="189483"/>
                    <a:pt x="270382" y="210565"/>
                    <a:pt x="263651" y="230885"/>
                  </a:cubicBezTo>
                  <a:cubicBezTo>
                    <a:pt x="260349" y="240790"/>
                    <a:pt x="256285" y="250188"/>
                    <a:pt x="251586" y="259078"/>
                  </a:cubicBezTo>
                  <a:cubicBezTo>
                    <a:pt x="246887" y="267968"/>
                    <a:pt x="241426" y="276223"/>
                    <a:pt x="235330" y="284097"/>
                  </a:cubicBezTo>
                  <a:cubicBezTo>
                    <a:pt x="232028" y="288034"/>
                    <a:pt x="228599" y="291844"/>
                    <a:pt x="225297" y="295400"/>
                  </a:cubicBezTo>
                  <a:cubicBezTo>
                    <a:pt x="221996" y="298956"/>
                    <a:pt x="218439" y="302258"/>
                    <a:pt x="214883" y="305179"/>
                  </a:cubicBezTo>
                  <a:cubicBezTo>
                    <a:pt x="211454" y="308354"/>
                    <a:pt x="207644" y="311148"/>
                    <a:pt x="203707" y="313942"/>
                  </a:cubicBezTo>
                  <a:cubicBezTo>
                    <a:pt x="199771" y="316736"/>
                    <a:pt x="195833" y="319149"/>
                    <a:pt x="191769" y="321435"/>
                  </a:cubicBezTo>
                  <a:cubicBezTo>
                    <a:pt x="187451" y="323594"/>
                    <a:pt x="183133" y="325626"/>
                    <a:pt x="178688" y="327277"/>
                  </a:cubicBezTo>
                  <a:cubicBezTo>
                    <a:pt x="174243" y="328928"/>
                    <a:pt x="169672" y="330452"/>
                    <a:pt x="164719" y="331722"/>
                  </a:cubicBezTo>
                  <a:cubicBezTo>
                    <a:pt x="160274" y="332611"/>
                    <a:pt x="155702" y="333500"/>
                    <a:pt x="151130" y="334135"/>
                  </a:cubicBezTo>
                  <a:cubicBezTo>
                    <a:pt x="146558" y="334770"/>
                    <a:pt x="141859" y="335278"/>
                    <a:pt x="137160" y="335278"/>
                  </a:cubicBezTo>
                  <a:close/>
                  <a:moveTo>
                    <a:pt x="137160" y="41148"/>
                  </a:moveTo>
                  <a:cubicBezTo>
                    <a:pt x="123952" y="41148"/>
                    <a:pt x="111633" y="44323"/>
                    <a:pt x="100203" y="50673"/>
                  </a:cubicBezTo>
                  <a:cubicBezTo>
                    <a:pt x="88773" y="57023"/>
                    <a:pt x="78613" y="66040"/>
                    <a:pt x="69723" y="77597"/>
                  </a:cubicBezTo>
                  <a:cubicBezTo>
                    <a:pt x="60960" y="89154"/>
                    <a:pt x="54102" y="102616"/>
                    <a:pt x="48895" y="117982"/>
                  </a:cubicBezTo>
                  <a:cubicBezTo>
                    <a:pt x="43688" y="133349"/>
                    <a:pt x="41148" y="149859"/>
                    <a:pt x="41148" y="167639"/>
                  </a:cubicBezTo>
                  <a:cubicBezTo>
                    <a:pt x="41148" y="185292"/>
                    <a:pt x="43688" y="201802"/>
                    <a:pt x="48895" y="217169"/>
                  </a:cubicBezTo>
                  <a:cubicBezTo>
                    <a:pt x="54102" y="232535"/>
                    <a:pt x="60960" y="245870"/>
                    <a:pt x="69723" y="257300"/>
                  </a:cubicBezTo>
                  <a:cubicBezTo>
                    <a:pt x="78613" y="268857"/>
                    <a:pt x="88773" y="277874"/>
                    <a:pt x="100203" y="284351"/>
                  </a:cubicBezTo>
                  <a:cubicBezTo>
                    <a:pt x="111633" y="290828"/>
                    <a:pt x="123952" y="294003"/>
                    <a:pt x="137160" y="294003"/>
                  </a:cubicBezTo>
                  <a:cubicBezTo>
                    <a:pt x="150114" y="294003"/>
                    <a:pt x="162179" y="290828"/>
                    <a:pt x="173608" y="284351"/>
                  </a:cubicBezTo>
                  <a:cubicBezTo>
                    <a:pt x="185038" y="277874"/>
                    <a:pt x="195071" y="268857"/>
                    <a:pt x="203961" y="257300"/>
                  </a:cubicBezTo>
                  <a:cubicBezTo>
                    <a:pt x="212724" y="245743"/>
                    <a:pt x="219582" y="232408"/>
                    <a:pt x="224789" y="217169"/>
                  </a:cubicBezTo>
                  <a:cubicBezTo>
                    <a:pt x="229996" y="201929"/>
                    <a:pt x="232663" y="185419"/>
                    <a:pt x="232663" y="167639"/>
                  </a:cubicBezTo>
                  <a:cubicBezTo>
                    <a:pt x="232663" y="149859"/>
                    <a:pt x="229996" y="133222"/>
                    <a:pt x="224789" y="117982"/>
                  </a:cubicBezTo>
                  <a:cubicBezTo>
                    <a:pt x="219582" y="102743"/>
                    <a:pt x="212597" y="89281"/>
                    <a:pt x="203961" y="77597"/>
                  </a:cubicBezTo>
                  <a:cubicBezTo>
                    <a:pt x="195071" y="66040"/>
                    <a:pt x="185038" y="57023"/>
                    <a:pt x="173608" y="50673"/>
                  </a:cubicBezTo>
                  <a:cubicBezTo>
                    <a:pt x="162179" y="44323"/>
                    <a:pt x="150114" y="41148"/>
                    <a:pt x="137160" y="411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742687" y="1232125"/>
            <a:ext cx="3208020" cy="42777"/>
            <a:chOff x="0" y="0"/>
            <a:chExt cx="3208020" cy="427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08020" cy="42799"/>
            </a:xfrm>
            <a:custGeom>
              <a:avLst/>
              <a:gdLst/>
              <a:ahLst/>
              <a:cxnLst/>
              <a:rect r="r" b="b" t="t" l="l"/>
              <a:pathLst>
                <a:path h="42799" w="3208020">
                  <a:moveTo>
                    <a:pt x="0" y="0"/>
                  </a:moveTo>
                  <a:lnTo>
                    <a:pt x="3208020" y="0"/>
                  </a:lnTo>
                  <a:lnTo>
                    <a:pt x="3208020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202725" y="2761498"/>
            <a:ext cx="2822629" cy="1325556"/>
            <a:chOff x="0" y="0"/>
            <a:chExt cx="2822626" cy="13255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74676" y="74676"/>
              <a:ext cx="2673348" cy="1176272"/>
            </a:xfrm>
            <a:custGeom>
              <a:avLst/>
              <a:gdLst/>
              <a:ahLst/>
              <a:cxnLst/>
              <a:rect r="r" b="b" t="t" l="l"/>
              <a:pathLst>
                <a:path h="1176272" w="2673348">
                  <a:moveTo>
                    <a:pt x="0" y="0"/>
                  </a:moveTo>
                  <a:lnTo>
                    <a:pt x="2673348" y="0"/>
                  </a:lnTo>
                  <a:lnTo>
                    <a:pt x="2673348" y="1176272"/>
                  </a:lnTo>
                  <a:lnTo>
                    <a:pt x="0" y="1176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2695700" cy="1198624"/>
            </a:xfrm>
            <a:custGeom>
              <a:avLst/>
              <a:gdLst/>
              <a:ahLst/>
              <a:cxnLst/>
              <a:rect r="r" b="b" t="t" l="l"/>
              <a:pathLst>
                <a:path h="1198624" w="2695700">
                  <a:moveTo>
                    <a:pt x="11176" y="0"/>
                  </a:moveTo>
                  <a:lnTo>
                    <a:pt x="2684524" y="0"/>
                  </a:lnTo>
                  <a:cubicBezTo>
                    <a:pt x="2690620" y="0"/>
                    <a:pt x="2695700" y="4953"/>
                    <a:pt x="2695700" y="11176"/>
                  </a:cubicBezTo>
                  <a:lnTo>
                    <a:pt x="2695700" y="1187448"/>
                  </a:lnTo>
                  <a:cubicBezTo>
                    <a:pt x="2695700" y="1193544"/>
                    <a:pt x="2690747" y="1198624"/>
                    <a:pt x="2684524" y="1198624"/>
                  </a:cubicBezTo>
                  <a:lnTo>
                    <a:pt x="11176" y="1198624"/>
                  </a:lnTo>
                  <a:cubicBezTo>
                    <a:pt x="5080" y="1198624"/>
                    <a:pt x="0" y="1193671"/>
                    <a:pt x="0" y="1187448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187448"/>
                  </a:lnTo>
                  <a:lnTo>
                    <a:pt x="11176" y="1187448"/>
                  </a:lnTo>
                  <a:lnTo>
                    <a:pt x="11176" y="1176272"/>
                  </a:lnTo>
                  <a:lnTo>
                    <a:pt x="2684524" y="1176272"/>
                  </a:lnTo>
                  <a:lnTo>
                    <a:pt x="2684524" y="1187448"/>
                  </a:lnTo>
                  <a:lnTo>
                    <a:pt x="2673348" y="1187448"/>
                  </a:lnTo>
                  <a:lnTo>
                    <a:pt x="2673348" y="11176"/>
                  </a:lnTo>
                  <a:lnTo>
                    <a:pt x="2684524" y="11176"/>
                  </a:lnTo>
                  <a:lnTo>
                    <a:pt x="2684524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854709" y="261747"/>
              <a:ext cx="248539" cy="278003"/>
            </a:xfrm>
            <a:custGeom>
              <a:avLst/>
              <a:gdLst/>
              <a:ahLst/>
              <a:cxnLst/>
              <a:rect r="r" b="b" t="t" l="l"/>
              <a:pathLst>
                <a:path h="278003" w="248539">
                  <a:moveTo>
                    <a:pt x="62738" y="266572"/>
                  </a:moveTo>
                  <a:lnTo>
                    <a:pt x="63246" y="264286"/>
                  </a:lnTo>
                  <a:lnTo>
                    <a:pt x="64897" y="265683"/>
                  </a:lnTo>
                  <a:lnTo>
                    <a:pt x="53086" y="278002"/>
                  </a:lnTo>
                  <a:cubicBezTo>
                    <a:pt x="55245" y="268477"/>
                    <a:pt x="56642" y="264794"/>
                    <a:pt x="57404" y="266953"/>
                  </a:cubicBezTo>
                  <a:lnTo>
                    <a:pt x="43942" y="273557"/>
                  </a:lnTo>
                  <a:cubicBezTo>
                    <a:pt x="44958" y="268477"/>
                    <a:pt x="45339" y="266445"/>
                    <a:pt x="45085" y="267461"/>
                  </a:cubicBezTo>
                  <a:lnTo>
                    <a:pt x="43053" y="267080"/>
                  </a:lnTo>
                  <a:cubicBezTo>
                    <a:pt x="42799" y="267080"/>
                    <a:pt x="42545" y="267207"/>
                    <a:pt x="42164" y="267334"/>
                  </a:cubicBezTo>
                  <a:cubicBezTo>
                    <a:pt x="41783" y="267461"/>
                    <a:pt x="39497" y="268858"/>
                    <a:pt x="34925" y="271271"/>
                  </a:cubicBezTo>
                  <a:lnTo>
                    <a:pt x="31496" y="264413"/>
                  </a:lnTo>
                  <a:cubicBezTo>
                    <a:pt x="26289" y="256158"/>
                    <a:pt x="21463" y="246125"/>
                    <a:pt x="16891" y="234314"/>
                  </a:cubicBezTo>
                  <a:cubicBezTo>
                    <a:pt x="12319" y="222503"/>
                    <a:pt x="9398" y="213740"/>
                    <a:pt x="7620" y="208025"/>
                  </a:cubicBezTo>
                  <a:cubicBezTo>
                    <a:pt x="5842" y="202310"/>
                    <a:pt x="3302" y="187451"/>
                    <a:pt x="0" y="163448"/>
                  </a:cubicBezTo>
                  <a:cubicBezTo>
                    <a:pt x="7747" y="167893"/>
                    <a:pt x="11557" y="170052"/>
                    <a:pt x="11684" y="170052"/>
                  </a:cubicBezTo>
                  <a:cubicBezTo>
                    <a:pt x="11684" y="171322"/>
                    <a:pt x="12446" y="167639"/>
                    <a:pt x="13843" y="159003"/>
                  </a:cubicBezTo>
                  <a:cubicBezTo>
                    <a:pt x="17399" y="162813"/>
                    <a:pt x="19304" y="164591"/>
                    <a:pt x="19558" y="164464"/>
                  </a:cubicBezTo>
                  <a:cubicBezTo>
                    <a:pt x="19558" y="164845"/>
                    <a:pt x="19304" y="164972"/>
                    <a:pt x="18796" y="164972"/>
                  </a:cubicBezTo>
                  <a:lnTo>
                    <a:pt x="25908" y="154304"/>
                  </a:lnTo>
                  <a:lnTo>
                    <a:pt x="34036" y="159384"/>
                  </a:lnTo>
                  <a:lnTo>
                    <a:pt x="34036" y="157352"/>
                  </a:lnTo>
                  <a:cubicBezTo>
                    <a:pt x="34036" y="158749"/>
                    <a:pt x="34671" y="158495"/>
                    <a:pt x="35941" y="156590"/>
                  </a:cubicBezTo>
                  <a:cubicBezTo>
                    <a:pt x="37211" y="154685"/>
                    <a:pt x="39243" y="153669"/>
                    <a:pt x="42037" y="153669"/>
                  </a:cubicBezTo>
                  <a:lnTo>
                    <a:pt x="44069" y="154304"/>
                  </a:lnTo>
                  <a:cubicBezTo>
                    <a:pt x="47625" y="155955"/>
                    <a:pt x="50546" y="158368"/>
                    <a:pt x="52705" y="161416"/>
                  </a:cubicBezTo>
                  <a:cubicBezTo>
                    <a:pt x="54864" y="164464"/>
                    <a:pt x="56388" y="168020"/>
                    <a:pt x="57277" y="172084"/>
                  </a:cubicBezTo>
                  <a:cubicBezTo>
                    <a:pt x="60325" y="186181"/>
                    <a:pt x="62738" y="193166"/>
                    <a:pt x="64389" y="193166"/>
                  </a:cubicBezTo>
                  <a:cubicBezTo>
                    <a:pt x="66294" y="193166"/>
                    <a:pt x="69723" y="189483"/>
                    <a:pt x="74422" y="181990"/>
                  </a:cubicBezTo>
                  <a:cubicBezTo>
                    <a:pt x="79121" y="174497"/>
                    <a:pt x="86741" y="158749"/>
                    <a:pt x="97028" y="134492"/>
                  </a:cubicBezTo>
                  <a:cubicBezTo>
                    <a:pt x="96266" y="148589"/>
                    <a:pt x="95885" y="154431"/>
                    <a:pt x="95885" y="152018"/>
                  </a:cubicBezTo>
                  <a:cubicBezTo>
                    <a:pt x="95885" y="153669"/>
                    <a:pt x="96012" y="152907"/>
                    <a:pt x="96393" y="149986"/>
                  </a:cubicBezTo>
                  <a:cubicBezTo>
                    <a:pt x="96774" y="147065"/>
                    <a:pt x="101473" y="138302"/>
                    <a:pt x="110744" y="123697"/>
                  </a:cubicBezTo>
                  <a:cubicBezTo>
                    <a:pt x="120015" y="109092"/>
                    <a:pt x="133350" y="90677"/>
                    <a:pt x="150749" y="68706"/>
                  </a:cubicBezTo>
                  <a:cubicBezTo>
                    <a:pt x="168148" y="46736"/>
                    <a:pt x="179832" y="33528"/>
                    <a:pt x="185801" y="29337"/>
                  </a:cubicBezTo>
                  <a:cubicBezTo>
                    <a:pt x="194056" y="23495"/>
                    <a:pt x="204597" y="13716"/>
                    <a:pt x="217297" y="0"/>
                  </a:cubicBezTo>
                  <a:cubicBezTo>
                    <a:pt x="213614" y="14986"/>
                    <a:pt x="211709" y="22733"/>
                    <a:pt x="211709" y="23241"/>
                  </a:cubicBezTo>
                  <a:cubicBezTo>
                    <a:pt x="209423" y="23368"/>
                    <a:pt x="207772" y="22225"/>
                    <a:pt x="207137" y="19939"/>
                  </a:cubicBezTo>
                  <a:lnTo>
                    <a:pt x="222123" y="12319"/>
                  </a:lnTo>
                  <a:lnTo>
                    <a:pt x="222123" y="21463"/>
                  </a:lnTo>
                  <a:cubicBezTo>
                    <a:pt x="219837" y="22225"/>
                    <a:pt x="218821" y="21463"/>
                    <a:pt x="218821" y="19177"/>
                  </a:cubicBezTo>
                  <a:cubicBezTo>
                    <a:pt x="218821" y="20828"/>
                    <a:pt x="219202" y="20701"/>
                    <a:pt x="220091" y="18669"/>
                  </a:cubicBezTo>
                  <a:cubicBezTo>
                    <a:pt x="220980" y="16637"/>
                    <a:pt x="222885" y="16002"/>
                    <a:pt x="225933" y="16891"/>
                  </a:cubicBezTo>
                  <a:lnTo>
                    <a:pt x="228219" y="17145"/>
                  </a:lnTo>
                  <a:lnTo>
                    <a:pt x="246634" y="3302"/>
                  </a:lnTo>
                  <a:lnTo>
                    <a:pt x="237744" y="15875"/>
                  </a:lnTo>
                  <a:cubicBezTo>
                    <a:pt x="237363" y="13589"/>
                    <a:pt x="238506" y="12319"/>
                    <a:pt x="241300" y="12319"/>
                  </a:cubicBezTo>
                  <a:cubicBezTo>
                    <a:pt x="244221" y="12319"/>
                    <a:pt x="246253" y="13462"/>
                    <a:pt x="247142" y="15748"/>
                  </a:cubicBezTo>
                  <a:cubicBezTo>
                    <a:pt x="248031" y="18034"/>
                    <a:pt x="248539" y="19939"/>
                    <a:pt x="248539" y="21463"/>
                  </a:cubicBezTo>
                  <a:cubicBezTo>
                    <a:pt x="248539" y="25146"/>
                    <a:pt x="246380" y="29591"/>
                    <a:pt x="242189" y="34671"/>
                  </a:cubicBezTo>
                  <a:cubicBezTo>
                    <a:pt x="237998" y="39751"/>
                    <a:pt x="229235" y="49784"/>
                    <a:pt x="216027" y="64388"/>
                  </a:cubicBezTo>
                  <a:lnTo>
                    <a:pt x="200660" y="81406"/>
                  </a:lnTo>
                  <a:cubicBezTo>
                    <a:pt x="193421" y="90042"/>
                    <a:pt x="179324" y="108584"/>
                    <a:pt x="158496" y="137032"/>
                  </a:cubicBezTo>
                  <a:cubicBezTo>
                    <a:pt x="137668" y="165480"/>
                    <a:pt x="124460" y="184149"/>
                    <a:pt x="118872" y="193166"/>
                  </a:cubicBezTo>
                  <a:lnTo>
                    <a:pt x="98679" y="227202"/>
                  </a:lnTo>
                  <a:cubicBezTo>
                    <a:pt x="89916" y="242315"/>
                    <a:pt x="84074" y="251840"/>
                    <a:pt x="80899" y="255777"/>
                  </a:cubicBezTo>
                  <a:cubicBezTo>
                    <a:pt x="77724" y="259714"/>
                    <a:pt x="73025" y="264286"/>
                    <a:pt x="66421" y="269366"/>
                  </a:cubicBezTo>
                  <a:lnTo>
                    <a:pt x="62865" y="266445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95450" y="276479"/>
              <a:ext cx="196469" cy="242570"/>
            </a:xfrm>
            <a:custGeom>
              <a:avLst/>
              <a:gdLst/>
              <a:ahLst/>
              <a:cxnLst/>
              <a:rect r="r" b="b" t="t" l="l"/>
              <a:pathLst>
                <a:path h="242570" w="196469">
                  <a:moveTo>
                    <a:pt x="32258" y="242569"/>
                  </a:moveTo>
                  <a:lnTo>
                    <a:pt x="0" y="242569"/>
                  </a:lnTo>
                  <a:lnTo>
                    <a:pt x="43688" y="119506"/>
                  </a:lnTo>
                  <a:lnTo>
                    <a:pt x="86360" y="0"/>
                  </a:lnTo>
                  <a:lnTo>
                    <a:pt x="111506" y="0"/>
                  </a:lnTo>
                  <a:lnTo>
                    <a:pt x="153416" y="119506"/>
                  </a:lnTo>
                  <a:lnTo>
                    <a:pt x="196469" y="242569"/>
                  </a:lnTo>
                  <a:lnTo>
                    <a:pt x="164211" y="242569"/>
                  </a:lnTo>
                  <a:lnTo>
                    <a:pt x="138303" y="168909"/>
                  </a:lnTo>
                  <a:lnTo>
                    <a:pt x="58293" y="168909"/>
                  </a:lnTo>
                  <a:lnTo>
                    <a:pt x="32258" y="242569"/>
                  </a:lnTo>
                  <a:close/>
                  <a:moveTo>
                    <a:pt x="99060" y="54863"/>
                  </a:moveTo>
                  <a:lnTo>
                    <a:pt x="68326" y="140842"/>
                  </a:lnTo>
                  <a:lnTo>
                    <a:pt x="66929" y="140334"/>
                  </a:lnTo>
                  <a:lnTo>
                    <a:pt x="130048" y="140207"/>
                  </a:lnTo>
                  <a:lnTo>
                    <a:pt x="128651" y="140715"/>
                  </a:lnTo>
                  <a:lnTo>
                    <a:pt x="99187" y="54863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418843" y="276860"/>
              <a:ext cx="166370" cy="245237"/>
            </a:xfrm>
            <a:custGeom>
              <a:avLst/>
              <a:gdLst/>
              <a:ahLst/>
              <a:cxnLst/>
              <a:rect r="r" b="b" t="t" l="l"/>
              <a:pathLst>
                <a:path h="245237" w="166370">
                  <a:moveTo>
                    <a:pt x="83312" y="245236"/>
                  </a:moveTo>
                  <a:cubicBezTo>
                    <a:pt x="77343" y="245236"/>
                    <a:pt x="71501" y="244728"/>
                    <a:pt x="65786" y="243712"/>
                  </a:cubicBezTo>
                  <a:cubicBezTo>
                    <a:pt x="60071" y="242696"/>
                    <a:pt x="54864" y="241299"/>
                    <a:pt x="49784" y="239267"/>
                  </a:cubicBezTo>
                  <a:cubicBezTo>
                    <a:pt x="44704" y="237235"/>
                    <a:pt x="39878" y="234949"/>
                    <a:pt x="35560" y="231901"/>
                  </a:cubicBezTo>
                  <a:cubicBezTo>
                    <a:pt x="31242" y="228853"/>
                    <a:pt x="27051" y="225551"/>
                    <a:pt x="23241" y="221741"/>
                  </a:cubicBezTo>
                  <a:cubicBezTo>
                    <a:pt x="19431" y="217931"/>
                    <a:pt x="16002" y="213613"/>
                    <a:pt x="13081" y="209041"/>
                  </a:cubicBezTo>
                  <a:cubicBezTo>
                    <a:pt x="10160" y="204469"/>
                    <a:pt x="7747" y="199262"/>
                    <a:pt x="5842" y="193547"/>
                  </a:cubicBezTo>
                  <a:cubicBezTo>
                    <a:pt x="1905" y="182879"/>
                    <a:pt x="0" y="170941"/>
                    <a:pt x="0" y="157606"/>
                  </a:cubicBezTo>
                  <a:lnTo>
                    <a:pt x="0" y="0"/>
                  </a:lnTo>
                  <a:lnTo>
                    <a:pt x="30099" y="0"/>
                  </a:lnTo>
                  <a:lnTo>
                    <a:pt x="30099" y="157606"/>
                  </a:lnTo>
                  <a:cubicBezTo>
                    <a:pt x="30099" y="166750"/>
                    <a:pt x="31242" y="174878"/>
                    <a:pt x="33655" y="182117"/>
                  </a:cubicBezTo>
                  <a:cubicBezTo>
                    <a:pt x="36068" y="189356"/>
                    <a:pt x="39497" y="195198"/>
                    <a:pt x="44196" y="200151"/>
                  </a:cubicBezTo>
                  <a:cubicBezTo>
                    <a:pt x="48895" y="205104"/>
                    <a:pt x="54229" y="208660"/>
                    <a:pt x="60579" y="211200"/>
                  </a:cubicBezTo>
                  <a:cubicBezTo>
                    <a:pt x="66929" y="213740"/>
                    <a:pt x="74676" y="215010"/>
                    <a:pt x="83185" y="215010"/>
                  </a:cubicBezTo>
                  <a:cubicBezTo>
                    <a:pt x="91313" y="215010"/>
                    <a:pt x="98679" y="213740"/>
                    <a:pt x="105156" y="211073"/>
                  </a:cubicBezTo>
                  <a:cubicBezTo>
                    <a:pt x="111633" y="208406"/>
                    <a:pt x="117221" y="204596"/>
                    <a:pt x="121793" y="199770"/>
                  </a:cubicBezTo>
                  <a:cubicBezTo>
                    <a:pt x="126365" y="194690"/>
                    <a:pt x="129921" y="188594"/>
                    <a:pt x="132461" y="181609"/>
                  </a:cubicBezTo>
                  <a:cubicBezTo>
                    <a:pt x="135001" y="174624"/>
                    <a:pt x="136271" y="166496"/>
                    <a:pt x="136271" y="157479"/>
                  </a:cubicBezTo>
                  <a:lnTo>
                    <a:pt x="136271" y="0"/>
                  </a:lnTo>
                  <a:lnTo>
                    <a:pt x="166370" y="0"/>
                  </a:lnTo>
                  <a:lnTo>
                    <a:pt x="166370" y="157606"/>
                  </a:lnTo>
                  <a:cubicBezTo>
                    <a:pt x="166370" y="163956"/>
                    <a:pt x="165862" y="170052"/>
                    <a:pt x="164973" y="175894"/>
                  </a:cubicBezTo>
                  <a:cubicBezTo>
                    <a:pt x="164084" y="181736"/>
                    <a:pt x="162687" y="187324"/>
                    <a:pt x="160782" y="192531"/>
                  </a:cubicBezTo>
                  <a:cubicBezTo>
                    <a:pt x="156591" y="203707"/>
                    <a:pt x="150749" y="213105"/>
                    <a:pt x="143129" y="221106"/>
                  </a:cubicBezTo>
                  <a:cubicBezTo>
                    <a:pt x="139319" y="224916"/>
                    <a:pt x="135128" y="228345"/>
                    <a:pt x="130810" y="231520"/>
                  </a:cubicBezTo>
                  <a:cubicBezTo>
                    <a:pt x="126492" y="234695"/>
                    <a:pt x="121666" y="237108"/>
                    <a:pt x="116586" y="239013"/>
                  </a:cubicBezTo>
                  <a:cubicBezTo>
                    <a:pt x="106045" y="243204"/>
                    <a:pt x="94869" y="245236"/>
                    <a:pt x="83185" y="245236"/>
                  </a:cubicBez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05025" y="276225"/>
              <a:ext cx="157607" cy="243078"/>
            </a:xfrm>
            <a:custGeom>
              <a:avLst/>
              <a:gdLst/>
              <a:ahLst/>
              <a:cxnLst/>
              <a:rect r="r" b="b" t="t" l="l"/>
              <a:pathLst>
                <a:path h="243078" w="157607">
                  <a:moveTo>
                    <a:pt x="94107" y="243077"/>
                  </a:moveTo>
                  <a:lnTo>
                    <a:pt x="64008" y="243077"/>
                  </a:lnTo>
                  <a:lnTo>
                    <a:pt x="64008" y="29210"/>
                  </a:lnTo>
                  <a:lnTo>
                    <a:pt x="0" y="29210"/>
                  </a:lnTo>
                  <a:lnTo>
                    <a:pt x="0" y="0"/>
                  </a:lnTo>
                  <a:lnTo>
                    <a:pt x="157607" y="0"/>
                  </a:lnTo>
                  <a:lnTo>
                    <a:pt x="157607" y="29210"/>
                  </a:lnTo>
                  <a:lnTo>
                    <a:pt x="94107" y="29210"/>
                  </a:lnTo>
                  <a:lnTo>
                    <a:pt x="94107" y="243077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776602" y="274574"/>
              <a:ext cx="200660" cy="245999"/>
            </a:xfrm>
            <a:custGeom>
              <a:avLst/>
              <a:gdLst/>
              <a:ahLst/>
              <a:cxnLst/>
              <a:rect r="r" b="b" t="t" l="l"/>
              <a:pathLst>
                <a:path h="245999" w="200660">
                  <a:moveTo>
                    <a:pt x="100457" y="245998"/>
                  </a:moveTo>
                  <a:cubicBezTo>
                    <a:pt x="96901" y="245998"/>
                    <a:pt x="93345" y="245744"/>
                    <a:pt x="89789" y="245236"/>
                  </a:cubicBezTo>
                  <a:cubicBezTo>
                    <a:pt x="86233" y="244728"/>
                    <a:pt x="82931" y="244220"/>
                    <a:pt x="79629" y="243458"/>
                  </a:cubicBezTo>
                  <a:cubicBezTo>
                    <a:pt x="76073" y="242569"/>
                    <a:pt x="72644" y="241426"/>
                    <a:pt x="69469" y="240156"/>
                  </a:cubicBezTo>
                  <a:cubicBezTo>
                    <a:pt x="66294" y="238886"/>
                    <a:pt x="62992" y="237489"/>
                    <a:pt x="59944" y="235838"/>
                  </a:cubicBezTo>
                  <a:cubicBezTo>
                    <a:pt x="57023" y="234187"/>
                    <a:pt x="54102" y="232282"/>
                    <a:pt x="51181" y="230377"/>
                  </a:cubicBezTo>
                  <a:cubicBezTo>
                    <a:pt x="48260" y="228472"/>
                    <a:pt x="45720" y="226313"/>
                    <a:pt x="43180" y="224027"/>
                  </a:cubicBezTo>
                  <a:cubicBezTo>
                    <a:pt x="40386" y="221995"/>
                    <a:pt x="37719" y="219582"/>
                    <a:pt x="35306" y="216788"/>
                  </a:cubicBezTo>
                  <a:cubicBezTo>
                    <a:pt x="32893" y="213994"/>
                    <a:pt x="30480" y="211327"/>
                    <a:pt x="28067" y="208406"/>
                  </a:cubicBezTo>
                  <a:cubicBezTo>
                    <a:pt x="23495" y="202691"/>
                    <a:pt x="19558" y="196595"/>
                    <a:pt x="16002" y="190118"/>
                  </a:cubicBezTo>
                  <a:cubicBezTo>
                    <a:pt x="12446" y="183641"/>
                    <a:pt x="9652" y="176783"/>
                    <a:pt x="7366" y="169417"/>
                  </a:cubicBezTo>
                  <a:cubicBezTo>
                    <a:pt x="4826" y="161924"/>
                    <a:pt x="3048" y="154304"/>
                    <a:pt x="1778" y="146684"/>
                  </a:cubicBezTo>
                  <a:cubicBezTo>
                    <a:pt x="508" y="139064"/>
                    <a:pt x="0" y="131063"/>
                    <a:pt x="0" y="123062"/>
                  </a:cubicBezTo>
                  <a:cubicBezTo>
                    <a:pt x="0" y="115061"/>
                    <a:pt x="635" y="107060"/>
                    <a:pt x="1778" y="99313"/>
                  </a:cubicBezTo>
                  <a:cubicBezTo>
                    <a:pt x="2921" y="91566"/>
                    <a:pt x="4826" y="83946"/>
                    <a:pt x="7366" y="76453"/>
                  </a:cubicBezTo>
                  <a:cubicBezTo>
                    <a:pt x="9652" y="69214"/>
                    <a:pt x="12573" y="62483"/>
                    <a:pt x="16002" y="56007"/>
                  </a:cubicBezTo>
                  <a:cubicBezTo>
                    <a:pt x="19431" y="49530"/>
                    <a:pt x="23495" y="43307"/>
                    <a:pt x="28067" y="37465"/>
                  </a:cubicBezTo>
                  <a:cubicBezTo>
                    <a:pt x="30353" y="34544"/>
                    <a:pt x="32766" y="31877"/>
                    <a:pt x="35306" y="29210"/>
                  </a:cubicBezTo>
                  <a:cubicBezTo>
                    <a:pt x="37846" y="26543"/>
                    <a:pt x="40386" y="24130"/>
                    <a:pt x="43180" y="22098"/>
                  </a:cubicBezTo>
                  <a:cubicBezTo>
                    <a:pt x="45720" y="19685"/>
                    <a:pt x="48387" y="17526"/>
                    <a:pt x="51181" y="15621"/>
                  </a:cubicBezTo>
                  <a:cubicBezTo>
                    <a:pt x="53975" y="13716"/>
                    <a:pt x="56896" y="11811"/>
                    <a:pt x="59817" y="10160"/>
                  </a:cubicBezTo>
                  <a:cubicBezTo>
                    <a:pt x="62992" y="8509"/>
                    <a:pt x="66167" y="7112"/>
                    <a:pt x="69469" y="5715"/>
                  </a:cubicBezTo>
                  <a:cubicBezTo>
                    <a:pt x="72771" y="4318"/>
                    <a:pt x="76073" y="3302"/>
                    <a:pt x="79629" y="2413"/>
                  </a:cubicBezTo>
                  <a:cubicBezTo>
                    <a:pt x="82931" y="1778"/>
                    <a:pt x="86360" y="1143"/>
                    <a:pt x="89789" y="762"/>
                  </a:cubicBezTo>
                  <a:cubicBezTo>
                    <a:pt x="93218" y="381"/>
                    <a:pt x="96774" y="0"/>
                    <a:pt x="100457" y="0"/>
                  </a:cubicBezTo>
                  <a:cubicBezTo>
                    <a:pt x="104140" y="0"/>
                    <a:pt x="107442" y="254"/>
                    <a:pt x="110744" y="762"/>
                  </a:cubicBezTo>
                  <a:cubicBezTo>
                    <a:pt x="114046" y="1270"/>
                    <a:pt x="117475" y="1778"/>
                    <a:pt x="120777" y="2413"/>
                  </a:cubicBezTo>
                  <a:cubicBezTo>
                    <a:pt x="124333" y="3302"/>
                    <a:pt x="127762" y="4445"/>
                    <a:pt x="130937" y="5715"/>
                  </a:cubicBezTo>
                  <a:cubicBezTo>
                    <a:pt x="134112" y="6985"/>
                    <a:pt x="137414" y="8509"/>
                    <a:pt x="140589" y="10160"/>
                  </a:cubicBezTo>
                  <a:cubicBezTo>
                    <a:pt x="143510" y="11938"/>
                    <a:pt x="146431" y="13716"/>
                    <a:pt x="149225" y="15621"/>
                  </a:cubicBezTo>
                  <a:cubicBezTo>
                    <a:pt x="152019" y="17526"/>
                    <a:pt x="154940" y="19685"/>
                    <a:pt x="157480" y="22225"/>
                  </a:cubicBezTo>
                  <a:cubicBezTo>
                    <a:pt x="160147" y="24257"/>
                    <a:pt x="162687" y="26670"/>
                    <a:pt x="165100" y="29210"/>
                  </a:cubicBezTo>
                  <a:cubicBezTo>
                    <a:pt x="167513" y="31750"/>
                    <a:pt x="170052" y="34544"/>
                    <a:pt x="172466" y="37465"/>
                  </a:cubicBezTo>
                  <a:cubicBezTo>
                    <a:pt x="176911" y="43307"/>
                    <a:pt x="180848" y="49530"/>
                    <a:pt x="184403" y="56007"/>
                  </a:cubicBezTo>
                  <a:cubicBezTo>
                    <a:pt x="187959" y="62483"/>
                    <a:pt x="190753" y="69341"/>
                    <a:pt x="193293" y="76453"/>
                  </a:cubicBezTo>
                  <a:cubicBezTo>
                    <a:pt x="198246" y="91312"/>
                    <a:pt x="200659" y="106806"/>
                    <a:pt x="200659" y="122935"/>
                  </a:cubicBezTo>
                  <a:cubicBezTo>
                    <a:pt x="200659" y="139064"/>
                    <a:pt x="198246" y="154431"/>
                    <a:pt x="193293" y="169290"/>
                  </a:cubicBezTo>
                  <a:cubicBezTo>
                    <a:pt x="190880" y="176529"/>
                    <a:pt x="187833" y="183514"/>
                    <a:pt x="184403" y="189991"/>
                  </a:cubicBezTo>
                  <a:cubicBezTo>
                    <a:pt x="180974" y="196468"/>
                    <a:pt x="177037" y="202564"/>
                    <a:pt x="172466" y="208279"/>
                  </a:cubicBezTo>
                  <a:cubicBezTo>
                    <a:pt x="170052" y="211200"/>
                    <a:pt x="167513" y="213867"/>
                    <a:pt x="165100" y="216534"/>
                  </a:cubicBezTo>
                  <a:cubicBezTo>
                    <a:pt x="162687" y="219201"/>
                    <a:pt x="160147" y="221614"/>
                    <a:pt x="157480" y="223773"/>
                  </a:cubicBezTo>
                  <a:cubicBezTo>
                    <a:pt x="154940" y="226059"/>
                    <a:pt x="152146" y="228218"/>
                    <a:pt x="149225" y="230123"/>
                  </a:cubicBezTo>
                  <a:cubicBezTo>
                    <a:pt x="146304" y="232028"/>
                    <a:pt x="143383" y="233933"/>
                    <a:pt x="140462" y="235584"/>
                  </a:cubicBezTo>
                  <a:cubicBezTo>
                    <a:pt x="137287" y="237235"/>
                    <a:pt x="134112" y="238632"/>
                    <a:pt x="130937" y="239902"/>
                  </a:cubicBezTo>
                  <a:cubicBezTo>
                    <a:pt x="127762" y="241172"/>
                    <a:pt x="124333" y="242315"/>
                    <a:pt x="120777" y="243204"/>
                  </a:cubicBezTo>
                  <a:cubicBezTo>
                    <a:pt x="117475" y="243839"/>
                    <a:pt x="114173" y="244474"/>
                    <a:pt x="110744" y="244982"/>
                  </a:cubicBezTo>
                  <a:cubicBezTo>
                    <a:pt x="107315" y="245490"/>
                    <a:pt x="104013" y="245744"/>
                    <a:pt x="100457" y="245744"/>
                  </a:cubicBezTo>
                  <a:close/>
                  <a:moveTo>
                    <a:pt x="100457" y="30099"/>
                  </a:moveTo>
                  <a:cubicBezTo>
                    <a:pt x="90805" y="30099"/>
                    <a:pt x="81788" y="32385"/>
                    <a:pt x="73279" y="37084"/>
                  </a:cubicBezTo>
                  <a:cubicBezTo>
                    <a:pt x="64770" y="41783"/>
                    <a:pt x="57404" y="48387"/>
                    <a:pt x="50927" y="56896"/>
                  </a:cubicBezTo>
                  <a:cubicBezTo>
                    <a:pt x="44450" y="65404"/>
                    <a:pt x="39497" y="75311"/>
                    <a:pt x="35687" y="86486"/>
                  </a:cubicBezTo>
                  <a:cubicBezTo>
                    <a:pt x="31877" y="97662"/>
                    <a:pt x="29972" y="109854"/>
                    <a:pt x="29972" y="122935"/>
                  </a:cubicBezTo>
                  <a:cubicBezTo>
                    <a:pt x="29972" y="136016"/>
                    <a:pt x="31877" y="147954"/>
                    <a:pt x="35687" y="159257"/>
                  </a:cubicBezTo>
                  <a:cubicBezTo>
                    <a:pt x="39497" y="170560"/>
                    <a:pt x="44577" y="180339"/>
                    <a:pt x="50927" y="188721"/>
                  </a:cubicBezTo>
                  <a:cubicBezTo>
                    <a:pt x="57277" y="197103"/>
                    <a:pt x="64897" y="203834"/>
                    <a:pt x="73279" y="208533"/>
                  </a:cubicBezTo>
                  <a:cubicBezTo>
                    <a:pt x="81661" y="213232"/>
                    <a:pt x="90678" y="215645"/>
                    <a:pt x="100457" y="215645"/>
                  </a:cubicBezTo>
                  <a:cubicBezTo>
                    <a:pt x="109982" y="215645"/>
                    <a:pt x="118872" y="213232"/>
                    <a:pt x="127127" y="208533"/>
                  </a:cubicBezTo>
                  <a:cubicBezTo>
                    <a:pt x="135382" y="203834"/>
                    <a:pt x="142875" y="197230"/>
                    <a:pt x="149352" y="188721"/>
                  </a:cubicBezTo>
                  <a:cubicBezTo>
                    <a:pt x="155829" y="180212"/>
                    <a:pt x="160782" y="170433"/>
                    <a:pt x="164719" y="159257"/>
                  </a:cubicBezTo>
                  <a:cubicBezTo>
                    <a:pt x="168656" y="148081"/>
                    <a:pt x="170433" y="135889"/>
                    <a:pt x="170433" y="122935"/>
                  </a:cubicBezTo>
                  <a:cubicBezTo>
                    <a:pt x="170433" y="109981"/>
                    <a:pt x="168528" y="97662"/>
                    <a:pt x="164719" y="86486"/>
                  </a:cubicBezTo>
                  <a:cubicBezTo>
                    <a:pt x="160909" y="75311"/>
                    <a:pt x="155829" y="65404"/>
                    <a:pt x="149352" y="56896"/>
                  </a:cubicBezTo>
                  <a:cubicBezTo>
                    <a:pt x="142875" y="48387"/>
                    <a:pt x="135382" y="41783"/>
                    <a:pt x="127127" y="37084"/>
                  </a:cubicBezTo>
                  <a:cubicBezTo>
                    <a:pt x="118872" y="32385"/>
                    <a:pt x="109855" y="30099"/>
                    <a:pt x="100457" y="30099"/>
                  </a:cubicBez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742481" y="728824"/>
            <a:ext cx="222342" cy="333194"/>
            <a:chOff x="0" y="0"/>
            <a:chExt cx="222339" cy="3331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2372" cy="333243"/>
            </a:xfrm>
            <a:custGeom>
              <a:avLst/>
              <a:gdLst/>
              <a:ahLst/>
              <a:cxnLst/>
              <a:rect r="r" b="b" t="t" l="l"/>
              <a:pathLst>
                <a:path h="333243" w="222372">
                  <a:moveTo>
                    <a:pt x="186432" y="333243"/>
                  </a:moveTo>
                  <a:lnTo>
                    <a:pt x="41147" y="89026"/>
                  </a:lnTo>
                  <a:lnTo>
                    <a:pt x="41147" y="331592"/>
                  </a:lnTo>
                  <a:lnTo>
                    <a:pt x="0" y="331592"/>
                  </a:lnTo>
                  <a:lnTo>
                    <a:pt x="0" y="9779"/>
                  </a:lnTo>
                  <a:lnTo>
                    <a:pt x="17653" y="4699"/>
                  </a:lnTo>
                  <a:lnTo>
                    <a:pt x="36448" y="0"/>
                  </a:lnTo>
                  <a:lnTo>
                    <a:pt x="115948" y="134237"/>
                  </a:lnTo>
                  <a:lnTo>
                    <a:pt x="181225" y="243709"/>
                  </a:lnTo>
                  <a:lnTo>
                    <a:pt x="181225" y="127"/>
                  </a:lnTo>
                  <a:lnTo>
                    <a:pt x="222372" y="127"/>
                  </a:lnTo>
                  <a:lnTo>
                    <a:pt x="222372" y="322702"/>
                  </a:lnTo>
                  <a:lnTo>
                    <a:pt x="204465" y="328417"/>
                  </a:lnTo>
                  <a:lnTo>
                    <a:pt x="186559" y="3332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69343" y="4226271"/>
            <a:ext cx="8554717" cy="42777"/>
            <a:chOff x="0" y="0"/>
            <a:chExt cx="8554720" cy="4277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54720" cy="42799"/>
            </a:xfrm>
            <a:custGeom>
              <a:avLst/>
              <a:gdLst/>
              <a:ahLst/>
              <a:cxnLst/>
              <a:rect r="r" b="b" t="t" l="l"/>
              <a:pathLst>
                <a:path h="42799" w="8554720">
                  <a:moveTo>
                    <a:pt x="0" y="0"/>
                  </a:moveTo>
                  <a:lnTo>
                    <a:pt x="8554720" y="0"/>
                  </a:lnTo>
                  <a:lnTo>
                    <a:pt x="8554720" y="42799"/>
                  </a:lnTo>
                  <a:lnTo>
                    <a:pt x="0" y="42799"/>
                  </a:ln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96871" y="2761498"/>
            <a:ext cx="2822629" cy="1325556"/>
            <a:chOff x="0" y="0"/>
            <a:chExt cx="2822626" cy="13255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74676" y="74676"/>
              <a:ext cx="2673349" cy="1176272"/>
            </a:xfrm>
            <a:custGeom>
              <a:avLst/>
              <a:gdLst/>
              <a:ahLst/>
              <a:cxnLst/>
              <a:rect r="r" b="b" t="t" l="l"/>
              <a:pathLst>
                <a:path h="1176272" w="2673349">
                  <a:moveTo>
                    <a:pt x="0" y="0"/>
                  </a:moveTo>
                  <a:lnTo>
                    <a:pt x="2673349" y="0"/>
                  </a:lnTo>
                  <a:lnTo>
                    <a:pt x="2673349" y="1176272"/>
                  </a:lnTo>
                  <a:lnTo>
                    <a:pt x="0" y="1176272"/>
                  </a:lnTo>
                  <a:close/>
                </a:path>
              </a:pathLst>
            </a:custGeom>
            <a:solidFill>
              <a:srgbClr val="0D1F3C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500" y="63500"/>
              <a:ext cx="2695701" cy="1198624"/>
            </a:xfrm>
            <a:custGeom>
              <a:avLst/>
              <a:gdLst/>
              <a:ahLst/>
              <a:cxnLst/>
              <a:rect r="r" b="b" t="t" l="l"/>
              <a:pathLst>
                <a:path h="1198624" w="2695701">
                  <a:moveTo>
                    <a:pt x="11176" y="0"/>
                  </a:moveTo>
                  <a:lnTo>
                    <a:pt x="2684525" y="0"/>
                  </a:lnTo>
                  <a:cubicBezTo>
                    <a:pt x="2690621" y="0"/>
                    <a:pt x="2695701" y="4953"/>
                    <a:pt x="2695701" y="11176"/>
                  </a:cubicBezTo>
                  <a:lnTo>
                    <a:pt x="2695701" y="1187448"/>
                  </a:lnTo>
                  <a:cubicBezTo>
                    <a:pt x="2695701" y="1193544"/>
                    <a:pt x="2690748" y="1198624"/>
                    <a:pt x="2684525" y="1198624"/>
                  </a:cubicBezTo>
                  <a:lnTo>
                    <a:pt x="11176" y="1198624"/>
                  </a:lnTo>
                  <a:cubicBezTo>
                    <a:pt x="5080" y="1198624"/>
                    <a:pt x="0" y="1193671"/>
                    <a:pt x="0" y="1187448"/>
                  </a:cubicBezTo>
                  <a:lnTo>
                    <a:pt x="0" y="11176"/>
                  </a:lnTo>
                  <a:cubicBezTo>
                    <a:pt x="0" y="5080"/>
                    <a:pt x="4953" y="0"/>
                    <a:pt x="11176" y="0"/>
                  </a:cubicBezTo>
                  <a:moveTo>
                    <a:pt x="11176" y="22225"/>
                  </a:moveTo>
                  <a:lnTo>
                    <a:pt x="11176" y="11176"/>
                  </a:lnTo>
                  <a:lnTo>
                    <a:pt x="22352" y="11176"/>
                  </a:lnTo>
                  <a:lnTo>
                    <a:pt x="22352" y="1187448"/>
                  </a:lnTo>
                  <a:lnTo>
                    <a:pt x="11176" y="1187448"/>
                  </a:lnTo>
                  <a:lnTo>
                    <a:pt x="11176" y="1176272"/>
                  </a:lnTo>
                  <a:lnTo>
                    <a:pt x="2684525" y="1176272"/>
                  </a:lnTo>
                  <a:lnTo>
                    <a:pt x="2684525" y="1187448"/>
                  </a:lnTo>
                  <a:lnTo>
                    <a:pt x="2673349" y="1187448"/>
                  </a:lnTo>
                  <a:lnTo>
                    <a:pt x="2673349" y="11176"/>
                  </a:lnTo>
                  <a:lnTo>
                    <a:pt x="2684525" y="11176"/>
                  </a:lnTo>
                  <a:lnTo>
                    <a:pt x="2684525" y="22352"/>
                  </a:lnTo>
                  <a:lnTo>
                    <a:pt x="11176" y="22352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095501" y="277876"/>
              <a:ext cx="146304" cy="237363"/>
            </a:xfrm>
            <a:custGeom>
              <a:avLst/>
              <a:gdLst/>
              <a:ahLst/>
              <a:cxnLst/>
              <a:rect r="r" b="b" t="t" l="l"/>
              <a:pathLst>
                <a:path h="237363" w="146304">
                  <a:moveTo>
                    <a:pt x="72263" y="237362"/>
                  </a:moveTo>
                  <a:cubicBezTo>
                    <a:pt x="64516" y="237362"/>
                    <a:pt x="57150" y="236600"/>
                    <a:pt x="50038" y="234949"/>
                  </a:cubicBezTo>
                  <a:cubicBezTo>
                    <a:pt x="42926" y="233298"/>
                    <a:pt x="36449" y="230885"/>
                    <a:pt x="30353" y="227710"/>
                  </a:cubicBezTo>
                  <a:cubicBezTo>
                    <a:pt x="24257" y="224916"/>
                    <a:pt x="18796" y="221360"/>
                    <a:pt x="13971" y="217042"/>
                  </a:cubicBezTo>
                  <a:cubicBezTo>
                    <a:pt x="9144" y="212724"/>
                    <a:pt x="4572" y="206374"/>
                    <a:pt x="0" y="198119"/>
                  </a:cubicBezTo>
                  <a:lnTo>
                    <a:pt x="13716" y="190753"/>
                  </a:lnTo>
                  <a:lnTo>
                    <a:pt x="26797" y="183895"/>
                  </a:lnTo>
                  <a:cubicBezTo>
                    <a:pt x="29718" y="189483"/>
                    <a:pt x="32512" y="193420"/>
                    <a:pt x="35179" y="195706"/>
                  </a:cubicBezTo>
                  <a:cubicBezTo>
                    <a:pt x="37846" y="197992"/>
                    <a:pt x="41148" y="199897"/>
                    <a:pt x="44704" y="201548"/>
                  </a:cubicBezTo>
                  <a:cubicBezTo>
                    <a:pt x="48641" y="203199"/>
                    <a:pt x="52832" y="204596"/>
                    <a:pt x="57531" y="205612"/>
                  </a:cubicBezTo>
                  <a:cubicBezTo>
                    <a:pt x="62230" y="206628"/>
                    <a:pt x="67056" y="207009"/>
                    <a:pt x="72136" y="207009"/>
                  </a:cubicBezTo>
                  <a:cubicBezTo>
                    <a:pt x="77216" y="207009"/>
                    <a:pt x="82550" y="205993"/>
                    <a:pt x="88138" y="203834"/>
                  </a:cubicBezTo>
                  <a:cubicBezTo>
                    <a:pt x="90805" y="202818"/>
                    <a:pt x="93472" y="201675"/>
                    <a:pt x="95885" y="200151"/>
                  </a:cubicBezTo>
                  <a:cubicBezTo>
                    <a:pt x="98298" y="198627"/>
                    <a:pt x="100584" y="196976"/>
                    <a:pt x="102616" y="195325"/>
                  </a:cubicBezTo>
                  <a:cubicBezTo>
                    <a:pt x="104775" y="193420"/>
                    <a:pt x="106680" y="191515"/>
                    <a:pt x="108331" y="189483"/>
                  </a:cubicBezTo>
                  <a:cubicBezTo>
                    <a:pt x="109982" y="187451"/>
                    <a:pt x="111506" y="185419"/>
                    <a:pt x="112649" y="183387"/>
                  </a:cubicBezTo>
                  <a:cubicBezTo>
                    <a:pt x="114935" y="179069"/>
                    <a:pt x="116078" y="174878"/>
                    <a:pt x="116078" y="170687"/>
                  </a:cubicBezTo>
                  <a:cubicBezTo>
                    <a:pt x="116078" y="164718"/>
                    <a:pt x="114808" y="159511"/>
                    <a:pt x="112268" y="155066"/>
                  </a:cubicBezTo>
                  <a:cubicBezTo>
                    <a:pt x="111252" y="153034"/>
                    <a:pt x="109855" y="151256"/>
                    <a:pt x="108077" y="149859"/>
                  </a:cubicBezTo>
                  <a:cubicBezTo>
                    <a:pt x="106299" y="148462"/>
                    <a:pt x="104013" y="146684"/>
                    <a:pt x="101346" y="144779"/>
                  </a:cubicBezTo>
                  <a:cubicBezTo>
                    <a:pt x="99060" y="143382"/>
                    <a:pt x="96520" y="141985"/>
                    <a:pt x="93726" y="140588"/>
                  </a:cubicBezTo>
                  <a:cubicBezTo>
                    <a:pt x="90932" y="139191"/>
                    <a:pt x="88011" y="138175"/>
                    <a:pt x="84836" y="137286"/>
                  </a:cubicBezTo>
                  <a:cubicBezTo>
                    <a:pt x="81534" y="136397"/>
                    <a:pt x="78105" y="135635"/>
                    <a:pt x="74676" y="135127"/>
                  </a:cubicBezTo>
                  <a:cubicBezTo>
                    <a:pt x="71247" y="134619"/>
                    <a:pt x="67691" y="134238"/>
                    <a:pt x="64262" y="134238"/>
                  </a:cubicBezTo>
                  <a:cubicBezTo>
                    <a:pt x="59817" y="134238"/>
                    <a:pt x="56515" y="132968"/>
                    <a:pt x="54229" y="130301"/>
                  </a:cubicBezTo>
                  <a:cubicBezTo>
                    <a:pt x="51308" y="128396"/>
                    <a:pt x="49657" y="125348"/>
                    <a:pt x="49149" y="121157"/>
                  </a:cubicBezTo>
                  <a:cubicBezTo>
                    <a:pt x="48768" y="117347"/>
                    <a:pt x="49530" y="113791"/>
                    <a:pt x="51562" y="110489"/>
                  </a:cubicBezTo>
                  <a:cubicBezTo>
                    <a:pt x="53975" y="107568"/>
                    <a:pt x="56769" y="105790"/>
                    <a:pt x="60071" y="104774"/>
                  </a:cubicBezTo>
                  <a:cubicBezTo>
                    <a:pt x="61976" y="104266"/>
                    <a:pt x="64008" y="103631"/>
                    <a:pt x="66421" y="102996"/>
                  </a:cubicBezTo>
                  <a:cubicBezTo>
                    <a:pt x="68834" y="102361"/>
                    <a:pt x="71247" y="101218"/>
                    <a:pt x="73914" y="100075"/>
                  </a:cubicBezTo>
                  <a:cubicBezTo>
                    <a:pt x="76581" y="98932"/>
                    <a:pt x="79248" y="97662"/>
                    <a:pt x="81915" y="96138"/>
                  </a:cubicBezTo>
                  <a:cubicBezTo>
                    <a:pt x="84582" y="94614"/>
                    <a:pt x="87122" y="92963"/>
                    <a:pt x="89662" y="90931"/>
                  </a:cubicBezTo>
                  <a:cubicBezTo>
                    <a:pt x="92202" y="88899"/>
                    <a:pt x="94361" y="86994"/>
                    <a:pt x="96520" y="84581"/>
                  </a:cubicBezTo>
                  <a:cubicBezTo>
                    <a:pt x="98679" y="82168"/>
                    <a:pt x="100457" y="79628"/>
                    <a:pt x="102108" y="76707"/>
                  </a:cubicBezTo>
                  <a:cubicBezTo>
                    <a:pt x="103759" y="73786"/>
                    <a:pt x="105029" y="70865"/>
                    <a:pt x="106045" y="67436"/>
                  </a:cubicBezTo>
                  <a:cubicBezTo>
                    <a:pt x="107061" y="64007"/>
                    <a:pt x="107442" y="60324"/>
                    <a:pt x="107442" y="56260"/>
                  </a:cubicBezTo>
                  <a:cubicBezTo>
                    <a:pt x="107442" y="52577"/>
                    <a:pt x="106680" y="49148"/>
                    <a:pt x="105156" y="46100"/>
                  </a:cubicBezTo>
                  <a:cubicBezTo>
                    <a:pt x="103632" y="43053"/>
                    <a:pt x="101600" y="40386"/>
                    <a:pt x="98806" y="38100"/>
                  </a:cubicBezTo>
                  <a:cubicBezTo>
                    <a:pt x="95885" y="35687"/>
                    <a:pt x="92456" y="33782"/>
                    <a:pt x="88646" y="32385"/>
                  </a:cubicBezTo>
                  <a:cubicBezTo>
                    <a:pt x="84836" y="30988"/>
                    <a:pt x="80518" y="30099"/>
                    <a:pt x="75692" y="30099"/>
                  </a:cubicBezTo>
                  <a:cubicBezTo>
                    <a:pt x="73787" y="30099"/>
                    <a:pt x="71755" y="30226"/>
                    <a:pt x="69596" y="30607"/>
                  </a:cubicBezTo>
                  <a:cubicBezTo>
                    <a:pt x="67437" y="30988"/>
                    <a:pt x="65278" y="31369"/>
                    <a:pt x="63246" y="32131"/>
                  </a:cubicBezTo>
                  <a:cubicBezTo>
                    <a:pt x="61214" y="32766"/>
                    <a:pt x="59309" y="33401"/>
                    <a:pt x="57404" y="34417"/>
                  </a:cubicBezTo>
                  <a:cubicBezTo>
                    <a:pt x="55499" y="35433"/>
                    <a:pt x="53848" y="36322"/>
                    <a:pt x="52197" y="37719"/>
                  </a:cubicBezTo>
                  <a:cubicBezTo>
                    <a:pt x="50546" y="38862"/>
                    <a:pt x="49149" y="40132"/>
                    <a:pt x="47879" y="41275"/>
                  </a:cubicBezTo>
                  <a:cubicBezTo>
                    <a:pt x="46609" y="42418"/>
                    <a:pt x="45720" y="43814"/>
                    <a:pt x="45085" y="45211"/>
                  </a:cubicBezTo>
                  <a:cubicBezTo>
                    <a:pt x="43434" y="47878"/>
                    <a:pt x="42672" y="52704"/>
                    <a:pt x="42672" y="59816"/>
                  </a:cubicBezTo>
                  <a:lnTo>
                    <a:pt x="12574" y="59816"/>
                  </a:lnTo>
                  <a:cubicBezTo>
                    <a:pt x="12574" y="47243"/>
                    <a:pt x="14606" y="37846"/>
                    <a:pt x="18796" y="31369"/>
                  </a:cubicBezTo>
                  <a:cubicBezTo>
                    <a:pt x="20574" y="27940"/>
                    <a:pt x="22860" y="24638"/>
                    <a:pt x="25401" y="21463"/>
                  </a:cubicBezTo>
                  <a:cubicBezTo>
                    <a:pt x="27940" y="18288"/>
                    <a:pt x="31242" y="15367"/>
                    <a:pt x="34925" y="12827"/>
                  </a:cubicBezTo>
                  <a:cubicBezTo>
                    <a:pt x="37719" y="10922"/>
                    <a:pt x="40767" y="9017"/>
                    <a:pt x="44069" y="7366"/>
                  </a:cubicBezTo>
                  <a:cubicBezTo>
                    <a:pt x="47371" y="5715"/>
                    <a:pt x="50800" y="4445"/>
                    <a:pt x="54229" y="3429"/>
                  </a:cubicBezTo>
                  <a:cubicBezTo>
                    <a:pt x="57785" y="2159"/>
                    <a:pt x="61341" y="1270"/>
                    <a:pt x="65024" y="762"/>
                  </a:cubicBezTo>
                  <a:cubicBezTo>
                    <a:pt x="68707" y="254"/>
                    <a:pt x="72390" y="0"/>
                    <a:pt x="75946" y="0"/>
                  </a:cubicBezTo>
                  <a:cubicBezTo>
                    <a:pt x="80010" y="0"/>
                    <a:pt x="83947" y="381"/>
                    <a:pt x="87757" y="1143"/>
                  </a:cubicBezTo>
                  <a:cubicBezTo>
                    <a:pt x="91567" y="1905"/>
                    <a:pt x="95377" y="2921"/>
                    <a:pt x="99060" y="4064"/>
                  </a:cubicBezTo>
                  <a:cubicBezTo>
                    <a:pt x="102743" y="5207"/>
                    <a:pt x="106045" y="6985"/>
                    <a:pt x="109220" y="8890"/>
                  </a:cubicBezTo>
                  <a:cubicBezTo>
                    <a:pt x="112395" y="10795"/>
                    <a:pt x="115570" y="12827"/>
                    <a:pt x="118491" y="15113"/>
                  </a:cubicBezTo>
                  <a:cubicBezTo>
                    <a:pt x="125222" y="20574"/>
                    <a:pt x="130048" y="26797"/>
                    <a:pt x="132969" y="33909"/>
                  </a:cubicBezTo>
                  <a:cubicBezTo>
                    <a:pt x="136271" y="41021"/>
                    <a:pt x="137795" y="48513"/>
                    <a:pt x="137795" y="56387"/>
                  </a:cubicBezTo>
                  <a:cubicBezTo>
                    <a:pt x="137795" y="61340"/>
                    <a:pt x="137287" y="66039"/>
                    <a:pt x="136398" y="70865"/>
                  </a:cubicBezTo>
                  <a:cubicBezTo>
                    <a:pt x="135509" y="75691"/>
                    <a:pt x="134112" y="80136"/>
                    <a:pt x="132334" y="84708"/>
                  </a:cubicBezTo>
                  <a:cubicBezTo>
                    <a:pt x="130429" y="89026"/>
                    <a:pt x="128016" y="93090"/>
                    <a:pt x="125349" y="97027"/>
                  </a:cubicBezTo>
                  <a:cubicBezTo>
                    <a:pt x="122682" y="100964"/>
                    <a:pt x="119507" y="104647"/>
                    <a:pt x="115824" y="108076"/>
                  </a:cubicBezTo>
                  <a:cubicBezTo>
                    <a:pt x="114808" y="109092"/>
                    <a:pt x="113792" y="110108"/>
                    <a:pt x="112776" y="110997"/>
                  </a:cubicBezTo>
                  <a:cubicBezTo>
                    <a:pt x="111760" y="111886"/>
                    <a:pt x="110490" y="112902"/>
                    <a:pt x="109220" y="114045"/>
                  </a:cubicBezTo>
                  <a:cubicBezTo>
                    <a:pt x="107950" y="114934"/>
                    <a:pt x="106680" y="115823"/>
                    <a:pt x="105410" y="116712"/>
                  </a:cubicBezTo>
                  <a:cubicBezTo>
                    <a:pt x="104140" y="117601"/>
                    <a:pt x="102997" y="116966"/>
                    <a:pt x="101600" y="114934"/>
                  </a:cubicBezTo>
                  <a:cubicBezTo>
                    <a:pt x="102870" y="112902"/>
                    <a:pt x="104394" y="112267"/>
                    <a:pt x="105791" y="112902"/>
                  </a:cubicBezTo>
                  <a:cubicBezTo>
                    <a:pt x="107188" y="113537"/>
                    <a:pt x="108839" y="114172"/>
                    <a:pt x="110363" y="114934"/>
                  </a:cubicBezTo>
                  <a:cubicBezTo>
                    <a:pt x="111760" y="115696"/>
                    <a:pt x="113157" y="116585"/>
                    <a:pt x="114681" y="117347"/>
                  </a:cubicBezTo>
                  <a:cubicBezTo>
                    <a:pt x="116205" y="118109"/>
                    <a:pt x="117475" y="119125"/>
                    <a:pt x="118745" y="120141"/>
                  </a:cubicBezTo>
                  <a:cubicBezTo>
                    <a:pt x="120904" y="121411"/>
                    <a:pt x="122936" y="123062"/>
                    <a:pt x="124841" y="124713"/>
                  </a:cubicBezTo>
                  <a:cubicBezTo>
                    <a:pt x="126746" y="126364"/>
                    <a:pt x="128524" y="128142"/>
                    <a:pt x="130175" y="129920"/>
                  </a:cubicBezTo>
                  <a:cubicBezTo>
                    <a:pt x="131826" y="131952"/>
                    <a:pt x="133350" y="133857"/>
                    <a:pt x="134620" y="135762"/>
                  </a:cubicBezTo>
                  <a:cubicBezTo>
                    <a:pt x="135890" y="137667"/>
                    <a:pt x="137160" y="139699"/>
                    <a:pt x="138430" y="141858"/>
                  </a:cubicBezTo>
                  <a:cubicBezTo>
                    <a:pt x="139573" y="143890"/>
                    <a:pt x="140589" y="145795"/>
                    <a:pt x="141478" y="147573"/>
                  </a:cubicBezTo>
                  <a:cubicBezTo>
                    <a:pt x="142367" y="149351"/>
                    <a:pt x="143383" y="151510"/>
                    <a:pt x="144399" y="154304"/>
                  </a:cubicBezTo>
                  <a:cubicBezTo>
                    <a:pt x="145034" y="156971"/>
                    <a:pt x="145415" y="159638"/>
                    <a:pt x="145796" y="162178"/>
                  </a:cubicBezTo>
                  <a:cubicBezTo>
                    <a:pt x="146177" y="164718"/>
                    <a:pt x="146304" y="167385"/>
                    <a:pt x="146304" y="170306"/>
                  </a:cubicBezTo>
                  <a:cubicBezTo>
                    <a:pt x="146304" y="178942"/>
                    <a:pt x="144145" y="187578"/>
                    <a:pt x="139827" y="196214"/>
                  </a:cubicBezTo>
                  <a:cubicBezTo>
                    <a:pt x="137668" y="200151"/>
                    <a:pt x="135128" y="204088"/>
                    <a:pt x="132334" y="207771"/>
                  </a:cubicBezTo>
                  <a:cubicBezTo>
                    <a:pt x="129540" y="211454"/>
                    <a:pt x="126111" y="214883"/>
                    <a:pt x="122301" y="218185"/>
                  </a:cubicBezTo>
                  <a:cubicBezTo>
                    <a:pt x="118745" y="221106"/>
                    <a:pt x="115062" y="223773"/>
                    <a:pt x="110998" y="226059"/>
                  </a:cubicBezTo>
                  <a:cubicBezTo>
                    <a:pt x="106934" y="228345"/>
                    <a:pt x="102743" y="230250"/>
                    <a:pt x="98298" y="231647"/>
                  </a:cubicBezTo>
                  <a:cubicBezTo>
                    <a:pt x="94234" y="233171"/>
                    <a:pt x="90043" y="234441"/>
                    <a:pt x="85725" y="235457"/>
                  </a:cubicBezTo>
                  <a:cubicBezTo>
                    <a:pt x="81407" y="236473"/>
                    <a:pt x="76835" y="236854"/>
                    <a:pt x="72136" y="236854"/>
                  </a:cubicBez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272666" y="278765"/>
              <a:ext cx="150114" cy="239014"/>
            </a:xfrm>
            <a:custGeom>
              <a:avLst/>
              <a:gdLst/>
              <a:ahLst/>
              <a:cxnLst/>
              <a:rect r="r" b="b" t="t" l="l"/>
              <a:pathLst>
                <a:path h="239014" w="150114">
                  <a:moveTo>
                    <a:pt x="79375" y="238505"/>
                  </a:moveTo>
                  <a:cubicBezTo>
                    <a:pt x="73660" y="238505"/>
                    <a:pt x="68199" y="237870"/>
                    <a:pt x="63119" y="236727"/>
                  </a:cubicBezTo>
                  <a:cubicBezTo>
                    <a:pt x="58039" y="235584"/>
                    <a:pt x="52959" y="233933"/>
                    <a:pt x="48006" y="231901"/>
                  </a:cubicBezTo>
                  <a:cubicBezTo>
                    <a:pt x="43180" y="229742"/>
                    <a:pt x="38735" y="226948"/>
                    <a:pt x="34544" y="223773"/>
                  </a:cubicBezTo>
                  <a:cubicBezTo>
                    <a:pt x="30353" y="220598"/>
                    <a:pt x="26670" y="216915"/>
                    <a:pt x="23114" y="212978"/>
                  </a:cubicBezTo>
                  <a:cubicBezTo>
                    <a:pt x="19304" y="208660"/>
                    <a:pt x="15875" y="203961"/>
                    <a:pt x="12954" y="198754"/>
                  </a:cubicBezTo>
                  <a:cubicBezTo>
                    <a:pt x="10033" y="193547"/>
                    <a:pt x="7747" y="187832"/>
                    <a:pt x="5842" y="181609"/>
                  </a:cubicBezTo>
                  <a:cubicBezTo>
                    <a:pt x="1905" y="169163"/>
                    <a:pt x="0" y="155574"/>
                    <a:pt x="0" y="140969"/>
                  </a:cubicBezTo>
                  <a:cubicBezTo>
                    <a:pt x="0" y="133984"/>
                    <a:pt x="635" y="126872"/>
                    <a:pt x="1778" y="119506"/>
                  </a:cubicBezTo>
                  <a:cubicBezTo>
                    <a:pt x="2921" y="112140"/>
                    <a:pt x="4826" y="104901"/>
                    <a:pt x="7366" y="97662"/>
                  </a:cubicBezTo>
                  <a:cubicBezTo>
                    <a:pt x="9652" y="90169"/>
                    <a:pt x="12573" y="83057"/>
                    <a:pt x="16002" y="76326"/>
                  </a:cubicBezTo>
                  <a:cubicBezTo>
                    <a:pt x="19431" y="69595"/>
                    <a:pt x="23495" y="62864"/>
                    <a:pt x="28067" y="56133"/>
                  </a:cubicBezTo>
                  <a:cubicBezTo>
                    <a:pt x="30226" y="52704"/>
                    <a:pt x="32512" y="49402"/>
                    <a:pt x="34798" y="46354"/>
                  </a:cubicBezTo>
                  <a:cubicBezTo>
                    <a:pt x="37084" y="43306"/>
                    <a:pt x="39624" y="40131"/>
                    <a:pt x="42164" y="37084"/>
                  </a:cubicBezTo>
                  <a:cubicBezTo>
                    <a:pt x="44704" y="34290"/>
                    <a:pt x="47244" y="31496"/>
                    <a:pt x="49911" y="28956"/>
                  </a:cubicBezTo>
                  <a:cubicBezTo>
                    <a:pt x="52578" y="26416"/>
                    <a:pt x="55245" y="23876"/>
                    <a:pt x="58039" y="21590"/>
                  </a:cubicBezTo>
                  <a:cubicBezTo>
                    <a:pt x="61341" y="18923"/>
                    <a:pt x="64516" y="16637"/>
                    <a:pt x="67564" y="14605"/>
                  </a:cubicBezTo>
                  <a:cubicBezTo>
                    <a:pt x="70612" y="12573"/>
                    <a:pt x="73914" y="10541"/>
                    <a:pt x="77089" y="8890"/>
                  </a:cubicBezTo>
                  <a:cubicBezTo>
                    <a:pt x="80391" y="7112"/>
                    <a:pt x="83566" y="5588"/>
                    <a:pt x="86614" y="4445"/>
                  </a:cubicBezTo>
                  <a:cubicBezTo>
                    <a:pt x="89662" y="3302"/>
                    <a:pt x="94488" y="1778"/>
                    <a:pt x="100838" y="0"/>
                  </a:cubicBezTo>
                  <a:lnTo>
                    <a:pt x="104775" y="14859"/>
                  </a:lnTo>
                  <a:lnTo>
                    <a:pt x="108077" y="29210"/>
                  </a:lnTo>
                  <a:cubicBezTo>
                    <a:pt x="100838" y="31242"/>
                    <a:pt x="95123" y="33401"/>
                    <a:pt x="90678" y="35813"/>
                  </a:cubicBezTo>
                  <a:cubicBezTo>
                    <a:pt x="86233" y="38227"/>
                    <a:pt x="81915" y="41021"/>
                    <a:pt x="77724" y="44576"/>
                  </a:cubicBezTo>
                  <a:cubicBezTo>
                    <a:pt x="73279" y="48386"/>
                    <a:pt x="68961" y="52577"/>
                    <a:pt x="64770" y="57149"/>
                  </a:cubicBezTo>
                  <a:cubicBezTo>
                    <a:pt x="60579" y="61721"/>
                    <a:pt x="56515" y="67055"/>
                    <a:pt x="52705" y="72897"/>
                  </a:cubicBezTo>
                  <a:cubicBezTo>
                    <a:pt x="49784" y="77215"/>
                    <a:pt x="47117" y="81533"/>
                    <a:pt x="44831" y="85851"/>
                  </a:cubicBezTo>
                  <a:cubicBezTo>
                    <a:pt x="42545" y="90169"/>
                    <a:pt x="40386" y="94614"/>
                    <a:pt x="38481" y="99567"/>
                  </a:cubicBezTo>
                  <a:cubicBezTo>
                    <a:pt x="36449" y="104266"/>
                    <a:pt x="34798" y="109092"/>
                    <a:pt x="33528" y="113791"/>
                  </a:cubicBezTo>
                  <a:cubicBezTo>
                    <a:pt x="32258" y="118490"/>
                    <a:pt x="30988" y="120649"/>
                    <a:pt x="29591" y="120268"/>
                  </a:cubicBezTo>
                  <a:cubicBezTo>
                    <a:pt x="29464" y="118617"/>
                    <a:pt x="32004" y="116077"/>
                    <a:pt x="37211" y="112902"/>
                  </a:cubicBezTo>
                  <a:cubicBezTo>
                    <a:pt x="42418" y="109727"/>
                    <a:pt x="47752" y="106933"/>
                    <a:pt x="53213" y="104774"/>
                  </a:cubicBezTo>
                  <a:cubicBezTo>
                    <a:pt x="64516" y="99948"/>
                    <a:pt x="75438" y="97535"/>
                    <a:pt x="85852" y="97535"/>
                  </a:cubicBezTo>
                  <a:cubicBezTo>
                    <a:pt x="94996" y="97535"/>
                    <a:pt x="103505" y="99186"/>
                    <a:pt x="111506" y="102615"/>
                  </a:cubicBezTo>
                  <a:cubicBezTo>
                    <a:pt x="119634" y="106044"/>
                    <a:pt x="126746" y="110997"/>
                    <a:pt x="132842" y="117474"/>
                  </a:cubicBezTo>
                  <a:cubicBezTo>
                    <a:pt x="135763" y="120776"/>
                    <a:pt x="138303" y="124205"/>
                    <a:pt x="140335" y="127888"/>
                  </a:cubicBezTo>
                  <a:cubicBezTo>
                    <a:pt x="142367" y="131571"/>
                    <a:pt x="144272" y="135381"/>
                    <a:pt x="145923" y="139318"/>
                  </a:cubicBezTo>
                  <a:cubicBezTo>
                    <a:pt x="148717" y="147827"/>
                    <a:pt x="150114" y="156717"/>
                    <a:pt x="150114" y="166115"/>
                  </a:cubicBezTo>
                  <a:cubicBezTo>
                    <a:pt x="150114" y="175767"/>
                    <a:pt x="148336" y="184911"/>
                    <a:pt x="144907" y="193674"/>
                  </a:cubicBezTo>
                  <a:cubicBezTo>
                    <a:pt x="140970" y="202437"/>
                    <a:pt x="135509" y="210438"/>
                    <a:pt x="128524" y="217550"/>
                  </a:cubicBezTo>
                  <a:cubicBezTo>
                    <a:pt x="125222" y="221106"/>
                    <a:pt x="121666" y="224154"/>
                    <a:pt x="117729" y="226694"/>
                  </a:cubicBezTo>
                  <a:cubicBezTo>
                    <a:pt x="113792" y="229234"/>
                    <a:pt x="109728" y="231393"/>
                    <a:pt x="105537" y="233298"/>
                  </a:cubicBezTo>
                  <a:cubicBezTo>
                    <a:pt x="101219" y="234949"/>
                    <a:pt x="97028" y="236346"/>
                    <a:pt x="92583" y="237489"/>
                  </a:cubicBezTo>
                  <a:cubicBezTo>
                    <a:pt x="88138" y="238632"/>
                    <a:pt x="83820" y="239013"/>
                    <a:pt x="79121" y="239013"/>
                  </a:cubicBezTo>
                  <a:close/>
                  <a:moveTo>
                    <a:pt x="26924" y="160400"/>
                  </a:moveTo>
                  <a:cubicBezTo>
                    <a:pt x="30988" y="169036"/>
                    <a:pt x="34671" y="176402"/>
                    <a:pt x="37846" y="182752"/>
                  </a:cubicBezTo>
                  <a:cubicBezTo>
                    <a:pt x="41021" y="189102"/>
                    <a:pt x="44958" y="194055"/>
                    <a:pt x="49530" y="197992"/>
                  </a:cubicBezTo>
                  <a:cubicBezTo>
                    <a:pt x="53848" y="201802"/>
                    <a:pt x="58547" y="204596"/>
                    <a:pt x="63627" y="206374"/>
                  </a:cubicBezTo>
                  <a:cubicBezTo>
                    <a:pt x="68707" y="208152"/>
                    <a:pt x="73914" y="208914"/>
                    <a:pt x="79121" y="208914"/>
                  </a:cubicBezTo>
                  <a:cubicBezTo>
                    <a:pt x="84455" y="208914"/>
                    <a:pt x="89662" y="207771"/>
                    <a:pt x="94488" y="205485"/>
                  </a:cubicBezTo>
                  <a:cubicBezTo>
                    <a:pt x="99314" y="203199"/>
                    <a:pt x="103759" y="200151"/>
                    <a:pt x="107569" y="196214"/>
                  </a:cubicBezTo>
                  <a:cubicBezTo>
                    <a:pt x="111252" y="192150"/>
                    <a:pt x="114300" y="187578"/>
                    <a:pt x="116459" y="182498"/>
                  </a:cubicBezTo>
                  <a:cubicBezTo>
                    <a:pt x="118618" y="177418"/>
                    <a:pt x="119888" y="171957"/>
                    <a:pt x="119888" y="166242"/>
                  </a:cubicBezTo>
                  <a:cubicBezTo>
                    <a:pt x="119888" y="160146"/>
                    <a:pt x="119126" y="154812"/>
                    <a:pt x="117475" y="149986"/>
                  </a:cubicBezTo>
                  <a:cubicBezTo>
                    <a:pt x="115824" y="145160"/>
                    <a:pt x="113665" y="141223"/>
                    <a:pt x="110744" y="137921"/>
                  </a:cubicBezTo>
                  <a:cubicBezTo>
                    <a:pt x="107823" y="134619"/>
                    <a:pt x="104140" y="132206"/>
                    <a:pt x="99949" y="130428"/>
                  </a:cubicBezTo>
                  <a:cubicBezTo>
                    <a:pt x="95758" y="128650"/>
                    <a:pt x="91059" y="127761"/>
                    <a:pt x="85852" y="127761"/>
                  </a:cubicBezTo>
                  <a:cubicBezTo>
                    <a:pt x="83439" y="127761"/>
                    <a:pt x="80899" y="128015"/>
                    <a:pt x="78359" y="128396"/>
                  </a:cubicBezTo>
                  <a:cubicBezTo>
                    <a:pt x="75819" y="128777"/>
                    <a:pt x="73025" y="129539"/>
                    <a:pt x="70358" y="130555"/>
                  </a:cubicBezTo>
                  <a:cubicBezTo>
                    <a:pt x="67691" y="131571"/>
                    <a:pt x="64643" y="132587"/>
                    <a:pt x="61849" y="133857"/>
                  </a:cubicBezTo>
                  <a:cubicBezTo>
                    <a:pt x="59055" y="135127"/>
                    <a:pt x="56388" y="136651"/>
                    <a:pt x="53975" y="138429"/>
                  </a:cubicBezTo>
                  <a:cubicBezTo>
                    <a:pt x="50927" y="140207"/>
                    <a:pt x="48260" y="142112"/>
                    <a:pt x="45720" y="144017"/>
                  </a:cubicBezTo>
                  <a:cubicBezTo>
                    <a:pt x="43180" y="145922"/>
                    <a:pt x="41275" y="147827"/>
                    <a:pt x="39370" y="149732"/>
                  </a:cubicBezTo>
                  <a:cubicBezTo>
                    <a:pt x="37465" y="151637"/>
                    <a:pt x="36068" y="153796"/>
                    <a:pt x="34671" y="155828"/>
                  </a:cubicBezTo>
                  <a:cubicBezTo>
                    <a:pt x="33274" y="157860"/>
                    <a:pt x="32131" y="160781"/>
                    <a:pt x="30861" y="164718"/>
                  </a:cubicBezTo>
                  <a:lnTo>
                    <a:pt x="25781" y="164718"/>
                  </a:lnTo>
                  <a:lnTo>
                    <a:pt x="26797" y="160273"/>
                  </a:ln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438782" y="280162"/>
              <a:ext cx="174625" cy="234950"/>
            </a:xfrm>
            <a:custGeom>
              <a:avLst/>
              <a:gdLst/>
              <a:ahLst/>
              <a:cxnLst/>
              <a:rect r="r" b="b" t="t" l="l"/>
              <a:pathLst>
                <a:path h="234950" w="174625">
                  <a:moveTo>
                    <a:pt x="87503" y="234441"/>
                  </a:moveTo>
                  <a:cubicBezTo>
                    <a:pt x="84201" y="234441"/>
                    <a:pt x="81026" y="234187"/>
                    <a:pt x="77978" y="233679"/>
                  </a:cubicBezTo>
                  <a:cubicBezTo>
                    <a:pt x="74930" y="233171"/>
                    <a:pt x="71882" y="232409"/>
                    <a:pt x="69088" y="231647"/>
                  </a:cubicBezTo>
                  <a:cubicBezTo>
                    <a:pt x="66294" y="230885"/>
                    <a:pt x="63246" y="229742"/>
                    <a:pt x="60198" y="228599"/>
                  </a:cubicBezTo>
                  <a:cubicBezTo>
                    <a:pt x="57150" y="227456"/>
                    <a:pt x="54356" y="225805"/>
                    <a:pt x="51308" y="224027"/>
                  </a:cubicBezTo>
                  <a:cubicBezTo>
                    <a:pt x="48641" y="222376"/>
                    <a:pt x="46228" y="220725"/>
                    <a:pt x="43815" y="218820"/>
                  </a:cubicBezTo>
                  <a:cubicBezTo>
                    <a:pt x="41402" y="216915"/>
                    <a:pt x="39116" y="214883"/>
                    <a:pt x="36830" y="212724"/>
                  </a:cubicBezTo>
                  <a:cubicBezTo>
                    <a:pt x="34290" y="210438"/>
                    <a:pt x="32004" y="208025"/>
                    <a:pt x="29972" y="205485"/>
                  </a:cubicBezTo>
                  <a:cubicBezTo>
                    <a:pt x="27940" y="202945"/>
                    <a:pt x="25908" y="200405"/>
                    <a:pt x="23749" y="197611"/>
                  </a:cubicBezTo>
                  <a:cubicBezTo>
                    <a:pt x="19939" y="192023"/>
                    <a:pt x="16637" y="186054"/>
                    <a:pt x="13589" y="179704"/>
                  </a:cubicBezTo>
                  <a:cubicBezTo>
                    <a:pt x="10541" y="173354"/>
                    <a:pt x="8255" y="166623"/>
                    <a:pt x="6350" y="159765"/>
                  </a:cubicBezTo>
                  <a:cubicBezTo>
                    <a:pt x="4191" y="153034"/>
                    <a:pt x="2540" y="145922"/>
                    <a:pt x="1524" y="138683"/>
                  </a:cubicBezTo>
                  <a:cubicBezTo>
                    <a:pt x="508" y="131444"/>
                    <a:pt x="0" y="123951"/>
                    <a:pt x="0" y="116331"/>
                  </a:cubicBezTo>
                  <a:cubicBezTo>
                    <a:pt x="0" y="108457"/>
                    <a:pt x="508" y="101218"/>
                    <a:pt x="1524" y="94360"/>
                  </a:cubicBezTo>
                  <a:cubicBezTo>
                    <a:pt x="2540" y="87502"/>
                    <a:pt x="4191" y="80517"/>
                    <a:pt x="6350" y="73659"/>
                  </a:cubicBezTo>
                  <a:cubicBezTo>
                    <a:pt x="8255" y="66801"/>
                    <a:pt x="10668" y="60070"/>
                    <a:pt x="13589" y="53848"/>
                  </a:cubicBezTo>
                  <a:cubicBezTo>
                    <a:pt x="16510" y="47625"/>
                    <a:pt x="19939" y="41528"/>
                    <a:pt x="23749" y="36068"/>
                  </a:cubicBezTo>
                  <a:cubicBezTo>
                    <a:pt x="25908" y="33274"/>
                    <a:pt x="27940" y="30607"/>
                    <a:pt x="29972" y="28194"/>
                  </a:cubicBezTo>
                  <a:cubicBezTo>
                    <a:pt x="32004" y="25781"/>
                    <a:pt x="34290" y="23241"/>
                    <a:pt x="36830" y="20955"/>
                  </a:cubicBezTo>
                  <a:cubicBezTo>
                    <a:pt x="39116" y="18796"/>
                    <a:pt x="41402" y="16764"/>
                    <a:pt x="43815" y="14859"/>
                  </a:cubicBezTo>
                  <a:cubicBezTo>
                    <a:pt x="46228" y="12954"/>
                    <a:pt x="48768" y="11176"/>
                    <a:pt x="51435" y="9652"/>
                  </a:cubicBezTo>
                  <a:cubicBezTo>
                    <a:pt x="57404" y="6096"/>
                    <a:pt x="63373" y="3556"/>
                    <a:pt x="69215" y="2286"/>
                  </a:cubicBezTo>
                  <a:cubicBezTo>
                    <a:pt x="72009" y="1397"/>
                    <a:pt x="75057" y="762"/>
                    <a:pt x="78105" y="508"/>
                  </a:cubicBezTo>
                  <a:cubicBezTo>
                    <a:pt x="81153" y="254"/>
                    <a:pt x="84328" y="0"/>
                    <a:pt x="87503" y="0"/>
                  </a:cubicBezTo>
                  <a:cubicBezTo>
                    <a:pt x="90678" y="0"/>
                    <a:pt x="93726" y="127"/>
                    <a:pt x="96647" y="508"/>
                  </a:cubicBezTo>
                  <a:cubicBezTo>
                    <a:pt x="99568" y="889"/>
                    <a:pt x="102743" y="1397"/>
                    <a:pt x="105918" y="2286"/>
                  </a:cubicBezTo>
                  <a:cubicBezTo>
                    <a:pt x="108839" y="2921"/>
                    <a:pt x="111633" y="3937"/>
                    <a:pt x="114554" y="5207"/>
                  </a:cubicBezTo>
                  <a:cubicBezTo>
                    <a:pt x="117475" y="6477"/>
                    <a:pt x="120396" y="8001"/>
                    <a:pt x="123190" y="9779"/>
                  </a:cubicBezTo>
                  <a:cubicBezTo>
                    <a:pt x="125857" y="11303"/>
                    <a:pt x="128397" y="13081"/>
                    <a:pt x="130810" y="14986"/>
                  </a:cubicBezTo>
                  <a:cubicBezTo>
                    <a:pt x="133223" y="16891"/>
                    <a:pt x="135636" y="18923"/>
                    <a:pt x="138049" y="21209"/>
                  </a:cubicBezTo>
                  <a:cubicBezTo>
                    <a:pt x="140462" y="23495"/>
                    <a:pt x="142621" y="25908"/>
                    <a:pt x="144653" y="28448"/>
                  </a:cubicBezTo>
                  <a:cubicBezTo>
                    <a:pt x="146685" y="30988"/>
                    <a:pt x="148717" y="33528"/>
                    <a:pt x="150749" y="36322"/>
                  </a:cubicBezTo>
                  <a:cubicBezTo>
                    <a:pt x="154686" y="41909"/>
                    <a:pt x="158115" y="47751"/>
                    <a:pt x="161163" y="54228"/>
                  </a:cubicBezTo>
                  <a:cubicBezTo>
                    <a:pt x="164211" y="60705"/>
                    <a:pt x="166624" y="67182"/>
                    <a:pt x="168529" y="74167"/>
                  </a:cubicBezTo>
                  <a:cubicBezTo>
                    <a:pt x="170561" y="81025"/>
                    <a:pt x="172085" y="87883"/>
                    <a:pt x="173101" y="94868"/>
                  </a:cubicBezTo>
                  <a:cubicBezTo>
                    <a:pt x="174117" y="101853"/>
                    <a:pt x="174625" y="109092"/>
                    <a:pt x="174625" y="116839"/>
                  </a:cubicBezTo>
                  <a:cubicBezTo>
                    <a:pt x="174625" y="124332"/>
                    <a:pt x="174117" y="131825"/>
                    <a:pt x="173101" y="139191"/>
                  </a:cubicBezTo>
                  <a:cubicBezTo>
                    <a:pt x="172085" y="146557"/>
                    <a:pt x="170688" y="153542"/>
                    <a:pt x="168529" y="160273"/>
                  </a:cubicBezTo>
                  <a:cubicBezTo>
                    <a:pt x="166624" y="167131"/>
                    <a:pt x="164211" y="173862"/>
                    <a:pt x="161163" y="180212"/>
                  </a:cubicBezTo>
                  <a:cubicBezTo>
                    <a:pt x="158115" y="186562"/>
                    <a:pt x="154686" y="192531"/>
                    <a:pt x="150749" y="198119"/>
                  </a:cubicBezTo>
                  <a:cubicBezTo>
                    <a:pt x="148717" y="200913"/>
                    <a:pt x="146685" y="203580"/>
                    <a:pt x="144653" y="205993"/>
                  </a:cubicBezTo>
                  <a:cubicBezTo>
                    <a:pt x="142621" y="208406"/>
                    <a:pt x="140462" y="210946"/>
                    <a:pt x="138049" y="213232"/>
                  </a:cubicBezTo>
                  <a:cubicBezTo>
                    <a:pt x="135636" y="215518"/>
                    <a:pt x="133223" y="217550"/>
                    <a:pt x="130810" y="219328"/>
                  </a:cubicBezTo>
                  <a:cubicBezTo>
                    <a:pt x="128397" y="221106"/>
                    <a:pt x="125984" y="222884"/>
                    <a:pt x="123190" y="224408"/>
                  </a:cubicBezTo>
                  <a:cubicBezTo>
                    <a:pt x="120396" y="226186"/>
                    <a:pt x="117475" y="227710"/>
                    <a:pt x="114554" y="228980"/>
                  </a:cubicBezTo>
                  <a:cubicBezTo>
                    <a:pt x="111633" y="230250"/>
                    <a:pt x="108839" y="231266"/>
                    <a:pt x="105918" y="232155"/>
                  </a:cubicBezTo>
                  <a:cubicBezTo>
                    <a:pt x="102743" y="232917"/>
                    <a:pt x="99695" y="233679"/>
                    <a:pt x="96774" y="234187"/>
                  </a:cubicBezTo>
                  <a:cubicBezTo>
                    <a:pt x="93853" y="234695"/>
                    <a:pt x="90678" y="234949"/>
                    <a:pt x="87503" y="234949"/>
                  </a:cubicBezTo>
                  <a:close/>
                  <a:moveTo>
                    <a:pt x="87503" y="30226"/>
                  </a:moveTo>
                  <a:cubicBezTo>
                    <a:pt x="83947" y="30226"/>
                    <a:pt x="80518" y="30734"/>
                    <a:pt x="76962" y="31623"/>
                  </a:cubicBezTo>
                  <a:cubicBezTo>
                    <a:pt x="73406" y="32512"/>
                    <a:pt x="70231" y="33909"/>
                    <a:pt x="66929" y="35814"/>
                  </a:cubicBezTo>
                  <a:cubicBezTo>
                    <a:pt x="63627" y="37846"/>
                    <a:pt x="60452" y="40386"/>
                    <a:pt x="57404" y="43306"/>
                  </a:cubicBezTo>
                  <a:cubicBezTo>
                    <a:pt x="54356" y="46227"/>
                    <a:pt x="51562" y="49656"/>
                    <a:pt x="48895" y="53720"/>
                  </a:cubicBezTo>
                  <a:cubicBezTo>
                    <a:pt x="42545" y="62356"/>
                    <a:pt x="37973" y="72135"/>
                    <a:pt x="35052" y="83057"/>
                  </a:cubicBezTo>
                  <a:cubicBezTo>
                    <a:pt x="33274" y="88518"/>
                    <a:pt x="32004" y="93979"/>
                    <a:pt x="31242" y="99440"/>
                  </a:cubicBezTo>
                  <a:cubicBezTo>
                    <a:pt x="30480" y="104901"/>
                    <a:pt x="30099" y="110616"/>
                    <a:pt x="30099" y="116839"/>
                  </a:cubicBezTo>
                  <a:cubicBezTo>
                    <a:pt x="30099" y="123062"/>
                    <a:pt x="30480" y="129031"/>
                    <a:pt x="31242" y="134746"/>
                  </a:cubicBezTo>
                  <a:cubicBezTo>
                    <a:pt x="32004" y="140461"/>
                    <a:pt x="33274" y="146049"/>
                    <a:pt x="35052" y="151510"/>
                  </a:cubicBezTo>
                  <a:cubicBezTo>
                    <a:pt x="37973" y="162559"/>
                    <a:pt x="42545" y="172338"/>
                    <a:pt x="48895" y="180720"/>
                  </a:cubicBezTo>
                  <a:cubicBezTo>
                    <a:pt x="51562" y="184784"/>
                    <a:pt x="54483" y="188213"/>
                    <a:pt x="57531" y="191134"/>
                  </a:cubicBezTo>
                  <a:cubicBezTo>
                    <a:pt x="60579" y="194055"/>
                    <a:pt x="63754" y="196595"/>
                    <a:pt x="67056" y="198754"/>
                  </a:cubicBezTo>
                  <a:cubicBezTo>
                    <a:pt x="70358" y="200659"/>
                    <a:pt x="73660" y="202183"/>
                    <a:pt x="77089" y="203326"/>
                  </a:cubicBezTo>
                  <a:cubicBezTo>
                    <a:pt x="80518" y="204469"/>
                    <a:pt x="83947" y="204977"/>
                    <a:pt x="87503" y="204977"/>
                  </a:cubicBezTo>
                  <a:cubicBezTo>
                    <a:pt x="91059" y="204977"/>
                    <a:pt x="94361" y="204469"/>
                    <a:pt x="97663" y="203326"/>
                  </a:cubicBezTo>
                  <a:cubicBezTo>
                    <a:pt x="100965" y="202183"/>
                    <a:pt x="104394" y="200659"/>
                    <a:pt x="107823" y="198754"/>
                  </a:cubicBezTo>
                  <a:cubicBezTo>
                    <a:pt x="111125" y="196595"/>
                    <a:pt x="114173" y="194055"/>
                    <a:pt x="117221" y="191134"/>
                  </a:cubicBezTo>
                  <a:cubicBezTo>
                    <a:pt x="120269" y="188213"/>
                    <a:pt x="123190" y="184784"/>
                    <a:pt x="125984" y="180720"/>
                  </a:cubicBezTo>
                  <a:cubicBezTo>
                    <a:pt x="132080" y="172211"/>
                    <a:pt x="136652" y="162559"/>
                    <a:pt x="139573" y="151510"/>
                  </a:cubicBezTo>
                  <a:cubicBezTo>
                    <a:pt x="141224" y="146049"/>
                    <a:pt x="142367" y="140461"/>
                    <a:pt x="143129" y="134746"/>
                  </a:cubicBezTo>
                  <a:cubicBezTo>
                    <a:pt x="143891" y="129031"/>
                    <a:pt x="144272" y="122935"/>
                    <a:pt x="144272" y="116839"/>
                  </a:cubicBezTo>
                  <a:cubicBezTo>
                    <a:pt x="144272" y="110743"/>
                    <a:pt x="143891" y="104901"/>
                    <a:pt x="143129" y="99440"/>
                  </a:cubicBezTo>
                  <a:cubicBezTo>
                    <a:pt x="142367" y="93979"/>
                    <a:pt x="141224" y="88518"/>
                    <a:pt x="139573" y="83057"/>
                  </a:cubicBezTo>
                  <a:cubicBezTo>
                    <a:pt x="138049" y="77469"/>
                    <a:pt x="136144" y="72262"/>
                    <a:pt x="133858" y="67436"/>
                  </a:cubicBezTo>
                  <a:cubicBezTo>
                    <a:pt x="131572" y="62610"/>
                    <a:pt x="128905" y="57911"/>
                    <a:pt x="125984" y="53593"/>
                  </a:cubicBezTo>
                  <a:cubicBezTo>
                    <a:pt x="123190" y="49656"/>
                    <a:pt x="120269" y="46227"/>
                    <a:pt x="117221" y="43306"/>
                  </a:cubicBezTo>
                  <a:cubicBezTo>
                    <a:pt x="114173" y="40386"/>
                    <a:pt x="111125" y="37846"/>
                    <a:pt x="107823" y="35941"/>
                  </a:cubicBezTo>
                  <a:cubicBezTo>
                    <a:pt x="104521" y="34036"/>
                    <a:pt x="101219" y="32639"/>
                    <a:pt x="97790" y="31750"/>
                  </a:cubicBezTo>
                  <a:cubicBezTo>
                    <a:pt x="94361" y="30861"/>
                    <a:pt x="91059" y="30353"/>
                    <a:pt x="87503" y="30353"/>
                  </a:cubicBezTo>
                  <a:close/>
                </a:path>
              </a:pathLst>
            </a:custGeom>
            <a:solidFill>
              <a:srgbClr val="FF1744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640712" y="273304"/>
              <a:ext cx="91821" cy="92075"/>
            </a:xfrm>
            <a:custGeom>
              <a:avLst/>
              <a:gdLst/>
              <a:ahLst/>
              <a:cxnLst/>
              <a:rect r="r" b="b" t="t" l="l"/>
              <a:pathLst>
                <a:path h="92075" w="91821">
                  <a:moveTo>
                    <a:pt x="45974" y="92074"/>
                  </a:moveTo>
                  <a:cubicBezTo>
                    <a:pt x="39497" y="92074"/>
                    <a:pt x="33528" y="90804"/>
                    <a:pt x="28067" y="88264"/>
                  </a:cubicBezTo>
                  <a:cubicBezTo>
                    <a:pt x="22606" y="85724"/>
                    <a:pt x="17780" y="82422"/>
                    <a:pt x="13589" y="78104"/>
                  </a:cubicBezTo>
                  <a:cubicBezTo>
                    <a:pt x="9398" y="74167"/>
                    <a:pt x="6096" y="69341"/>
                    <a:pt x="3683" y="63880"/>
                  </a:cubicBezTo>
                  <a:cubicBezTo>
                    <a:pt x="1270" y="58420"/>
                    <a:pt x="0" y="52450"/>
                    <a:pt x="0" y="45974"/>
                  </a:cubicBezTo>
                  <a:cubicBezTo>
                    <a:pt x="0" y="39497"/>
                    <a:pt x="1143" y="33782"/>
                    <a:pt x="3429" y="28702"/>
                  </a:cubicBezTo>
                  <a:cubicBezTo>
                    <a:pt x="5969" y="22860"/>
                    <a:pt x="9271" y="18034"/>
                    <a:pt x="13462" y="13970"/>
                  </a:cubicBezTo>
                  <a:cubicBezTo>
                    <a:pt x="15494" y="11684"/>
                    <a:pt x="17780" y="9652"/>
                    <a:pt x="20193" y="7874"/>
                  </a:cubicBezTo>
                  <a:cubicBezTo>
                    <a:pt x="22606" y="6096"/>
                    <a:pt x="25527" y="4699"/>
                    <a:pt x="28448" y="3429"/>
                  </a:cubicBezTo>
                  <a:cubicBezTo>
                    <a:pt x="31115" y="2159"/>
                    <a:pt x="33909" y="1270"/>
                    <a:pt x="36957" y="762"/>
                  </a:cubicBezTo>
                  <a:cubicBezTo>
                    <a:pt x="40005" y="254"/>
                    <a:pt x="43053" y="0"/>
                    <a:pt x="46101" y="0"/>
                  </a:cubicBezTo>
                  <a:cubicBezTo>
                    <a:pt x="52324" y="0"/>
                    <a:pt x="58039" y="1143"/>
                    <a:pt x="63627" y="3429"/>
                  </a:cubicBezTo>
                  <a:cubicBezTo>
                    <a:pt x="66294" y="4699"/>
                    <a:pt x="68834" y="6096"/>
                    <a:pt x="71247" y="7747"/>
                  </a:cubicBezTo>
                  <a:cubicBezTo>
                    <a:pt x="73660" y="9398"/>
                    <a:pt x="76200" y="11303"/>
                    <a:pt x="78486" y="13589"/>
                  </a:cubicBezTo>
                  <a:cubicBezTo>
                    <a:pt x="82804" y="18034"/>
                    <a:pt x="86233" y="23114"/>
                    <a:pt x="88519" y="28829"/>
                  </a:cubicBezTo>
                  <a:cubicBezTo>
                    <a:pt x="90678" y="34036"/>
                    <a:pt x="91821" y="39751"/>
                    <a:pt x="91821" y="45974"/>
                  </a:cubicBezTo>
                  <a:cubicBezTo>
                    <a:pt x="91821" y="52197"/>
                    <a:pt x="90678" y="58038"/>
                    <a:pt x="88519" y="63626"/>
                  </a:cubicBezTo>
                  <a:cubicBezTo>
                    <a:pt x="87249" y="66420"/>
                    <a:pt x="85725" y="68960"/>
                    <a:pt x="84074" y="71500"/>
                  </a:cubicBezTo>
                  <a:cubicBezTo>
                    <a:pt x="82423" y="74040"/>
                    <a:pt x="80645" y="76326"/>
                    <a:pt x="78359" y="78485"/>
                  </a:cubicBezTo>
                  <a:cubicBezTo>
                    <a:pt x="76073" y="80644"/>
                    <a:pt x="73660" y="82549"/>
                    <a:pt x="71247" y="84200"/>
                  </a:cubicBezTo>
                  <a:cubicBezTo>
                    <a:pt x="68834" y="85851"/>
                    <a:pt x="66167" y="87121"/>
                    <a:pt x="63500" y="88391"/>
                  </a:cubicBezTo>
                  <a:cubicBezTo>
                    <a:pt x="60706" y="89534"/>
                    <a:pt x="57912" y="90423"/>
                    <a:pt x="54991" y="91058"/>
                  </a:cubicBezTo>
                  <a:cubicBezTo>
                    <a:pt x="52070" y="91693"/>
                    <a:pt x="49149" y="92074"/>
                    <a:pt x="46101" y="92074"/>
                  </a:cubicBezTo>
                  <a:close/>
                  <a:moveTo>
                    <a:pt x="46101" y="30353"/>
                  </a:moveTo>
                  <a:cubicBezTo>
                    <a:pt x="43942" y="30353"/>
                    <a:pt x="41783" y="30734"/>
                    <a:pt x="39878" y="31623"/>
                  </a:cubicBezTo>
                  <a:cubicBezTo>
                    <a:pt x="37973" y="32512"/>
                    <a:pt x="36195" y="33655"/>
                    <a:pt x="34798" y="35179"/>
                  </a:cubicBezTo>
                  <a:cubicBezTo>
                    <a:pt x="33401" y="36449"/>
                    <a:pt x="32385" y="38100"/>
                    <a:pt x="31496" y="40005"/>
                  </a:cubicBezTo>
                  <a:cubicBezTo>
                    <a:pt x="30607" y="41910"/>
                    <a:pt x="30353" y="43942"/>
                    <a:pt x="30353" y="46228"/>
                  </a:cubicBezTo>
                  <a:cubicBezTo>
                    <a:pt x="30353" y="48386"/>
                    <a:pt x="30734" y="50418"/>
                    <a:pt x="31496" y="52324"/>
                  </a:cubicBezTo>
                  <a:cubicBezTo>
                    <a:pt x="32258" y="54229"/>
                    <a:pt x="33401" y="55879"/>
                    <a:pt x="34925" y="57277"/>
                  </a:cubicBezTo>
                  <a:cubicBezTo>
                    <a:pt x="37846" y="60452"/>
                    <a:pt x="41656" y="62102"/>
                    <a:pt x="46228" y="62102"/>
                  </a:cubicBezTo>
                  <a:cubicBezTo>
                    <a:pt x="48387" y="62102"/>
                    <a:pt x="50292" y="61722"/>
                    <a:pt x="52197" y="60959"/>
                  </a:cubicBezTo>
                  <a:cubicBezTo>
                    <a:pt x="54102" y="60197"/>
                    <a:pt x="55753" y="58927"/>
                    <a:pt x="57277" y="57404"/>
                  </a:cubicBezTo>
                  <a:cubicBezTo>
                    <a:pt x="58801" y="56006"/>
                    <a:pt x="59944" y="54356"/>
                    <a:pt x="60579" y="52450"/>
                  </a:cubicBezTo>
                  <a:cubicBezTo>
                    <a:pt x="61214" y="50545"/>
                    <a:pt x="61722" y="48513"/>
                    <a:pt x="61722" y="46355"/>
                  </a:cubicBezTo>
                  <a:cubicBezTo>
                    <a:pt x="61722" y="42037"/>
                    <a:pt x="60071" y="38354"/>
                    <a:pt x="56896" y="35433"/>
                  </a:cubicBezTo>
                  <a:cubicBezTo>
                    <a:pt x="55372" y="33909"/>
                    <a:pt x="53721" y="32639"/>
                    <a:pt x="51816" y="31877"/>
                  </a:cubicBezTo>
                  <a:cubicBezTo>
                    <a:pt x="49911" y="31115"/>
                    <a:pt x="48133" y="30607"/>
                    <a:pt x="46101" y="30607"/>
                  </a:cubicBezTo>
                  <a:close/>
                </a:path>
              </a:pathLst>
            </a:custGeom>
            <a:solidFill>
              <a:srgbClr val="FF174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0" y="4398978"/>
            <a:ext cx="10426484" cy="1532725"/>
            <a:chOff x="0" y="0"/>
            <a:chExt cx="13901979" cy="204363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901928" cy="2043684"/>
            </a:xfrm>
            <a:custGeom>
              <a:avLst/>
              <a:gdLst/>
              <a:ahLst/>
              <a:cxnLst/>
              <a:rect r="r" b="b" t="t" l="l"/>
              <a:pathLst>
                <a:path h="2043684" w="13901928">
                  <a:moveTo>
                    <a:pt x="0" y="0"/>
                  </a:moveTo>
                  <a:lnTo>
                    <a:pt x="13901928" y="0"/>
                  </a:lnTo>
                  <a:lnTo>
                    <a:pt x="13901928" y="2043684"/>
                  </a:lnTo>
                  <a:lnTo>
                    <a:pt x="0" y="204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50" t="0" r="0" b="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245577" y="4511859"/>
            <a:ext cx="3851110" cy="1283208"/>
            <a:chOff x="0" y="0"/>
            <a:chExt cx="5134813" cy="17109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34864" cy="1710944"/>
            </a:xfrm>
            <a:custGeom>
              <a:avLst/>
              <a:gdLst/>
              <a:ahLst/>
              <a:cxnLst/>
              <a:rect r="r" b="b" t="t" l="l"/>
              <a:pathLst>
                <a:path h="1710944" w="5134864">
                  <a:moveTo>
                    <a:pt x="0" y="0"/>
                  </a:moveTo>
                  <a:lnTo>
                    <a:pt x="5134864" y="0"/>
                  </a:lnTo>
                  <a:lnTo>
                    <a:pt x="5134864" y="1710944"/>
                  </a:lnTo>
                  <a:lnTo>
                    <a:pt x="0" y="1710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9116" y="4636189"/>
            <a:ext cx="10515171" cy="1381230"/>
            <a:chOff x="0" y="0"/>
            <a:chExt cx="14020228" cy="1841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020292" cy="1841627"/>
            </a:xfrm>
            <a:custGeom>
              <a:avLst/>
              <a:gdLst/>
              <a:ahLst/>
              <a:cxnLst/>
              <a:rect r="r" b="b" t="t" l="l"/>
              <a:pathLst>
                <a:path h="1841627" w="14020292">
                  <a:moveTo>
                    <a:pt x="0" y="0"/>
                  </a:moveTo>
                  <a:lnTo>
                    <a:pt x="14020292" y="0"/>
                  </a:lnTo>
                  <a:lnTo>
                    <a:pt x="14020292" y="1841627"/>
                  </a:lnTo>
                  <a:lnTo>
                    <a:pt x="0" y="1841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968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878361" y="5234769"/>
            <a:ext cx="186290" cy="287350"/>
            <a:chOff x="0" y="0"/>
            <a:chExt cx="186284" cy="2873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6305" cy="287401"/>
            </a:xfrm>
            <a:custGeom>
              <a:avLst/>
              <a:gdLst/>
              <a:ahLst/>
              <a:cxnLst/>
              <a:rect r="r" b="b" t="t" l="l"/>
              <a:pathLst>
                <a:path h="287401" w="186305">
                  <a:moveTo>
                    <a:pt x="111250" y="287401"/>
                  </a:moveTo>
                  <a:lnTo>
                    <a:pt x="75563" y="287401"/>
                  </a:lnTo>
                  <a:lnTo>
                    <a:pt x="75563" y="34544"/>
                  </a:lnTo>
                  <a:lnTo>
                    <a:pt x="0" y="34544"/>
                  </a:lnTo>
                  <a:lnTo>
                    <a:pt x="0" y="0"/>
                  </a:lnTo>
                  <a:lnTo>
                    <a:pt x="186305" y="0"/>
                  </a:lnTo>
                  <a:lnTo>
                    <a:pt x="186305" y="34544"/>
                  </a:lnTo>
                  <a:lnTo>
                    <a:pt x="111250" y="34544"/>
                  </a:lnTo>
                  <a:lnTo>
                    <a:pt x="111250" y="28740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200058" y="5234769"/>
            <a:ext cx="197787" cy="287350"/>
            <a:chOff x="0" y="0"/>
            <a:chExt cx="197790" cy="2873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7867" cy="287401"/>
            </a:xfrm>
            <a:custGeom>
              <a:avLst/>
              <a:gdLst/>
              <a:ahLst/>
              <a:cxnLst/>
              <a:rect r="r" b="b" t="t" l="l"/>
              <a:pathLst>
                <a:path h="287401" w="197867">
                  <a:moveTo>
                    <a:pt x="197740" y="287401"/>
                  </a:moveTo>
                  <a:lnTo>
                    <a:pt x="162180" y="287401"/>
                  </a:lnTo>
                  <a:lnTo>
                    <a:pt x="162180" y="174244"/>
                  </a:lnTo>
                  <a:lnTo>
                    <a:pt x="35687" y="174244"/>
                  </a:lnTo>
                  <a:lnTo>
                    <a:pt x="35687" y="287401"/>
                  </a:lnTo>
                  <a:lnTo>
                    <a:pt x="0" y="287401"/>
                  </a:lnTo>
                  <a:lnTo>
                    <a:pt x="0" y="0"/>
                  </a:lnTo>
                  <a:lnTo>
                    <a:pt x="35687" y="0"/>
                  </a:lnTo>
                  <a:lnTo>
                    <a:pt x="35687" y="138557"/>
                  </a:lnTo>
                  <a:lnTo>
                    <a:pt x="162180" y="138557"/>
                  </a:lnTo>
                  <a:lnTo>
                    <a:pt x="162180" y="0"/>
                  </a:lnTo>
                  <a:lnTo>
                    <a:pt x="197867" y="0"/>
                  </a:lnTo>
                  <a:lnTo>
                    <a:pt x="197867" y="28740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539291" y="5235150"/>
            <a:ext cx="232296" cy="286598"/>
            <a:chOff x="0" y="0"/>
            <a:chExt cx="232296" cy="2866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2285" cy="286644"/>
            </a:xfrm>
            <a:custGeom>
              <a:avLst/>
              <a:gdLst/>
              <a:ahLst/>
              <a:cxnLst/>
              <a:rect r="r" b="b" t="t" l="l"/>
              <a:pathLst>
                <a:path h="286644" w="232285">
                  <a:moveTo>
                    <a:pt x="38227" y="286644"/>
                  </a:moveTo>
                  <a:lnTo>
                    <a:pt x="0" y="286644"/>
                  </a:lnTo>
                  <a:lnTo>
                    <a:pt x="51689" y="141226"/>
                  </a:lnTo>
                  <a:lnTo>
                    <a:pt x="102109" y="0"/>
                  </a:lnTo>
                  <a:lnTo>
                    <a:pt x="131827" y="0"/>
                  </a:lnTo>
                  <a:lnTo>
                    <a:pt x="181358" y="141226"/>
                  </a:lnTo>
                  <a:lnTo>
                    <a:pt x="232285" y="286644"/>
                  </a:lnTo>
                  <a:lnTo>
                    <a:pt x="194185" y="286644"/>
                  </a:lnTo>
                  <a:lnTo>
                    <a:pt x="163578" y="199520"/>
                  </a:lnTo>
                  <a:lnTo>
                    <a:pt x="68962" y="199520"/>
                  </a:lnTo>
                  <a:lnTo>
                    <a:pt x="38227" y="286644"/>
                  </a:lnTo>
                  <a:close/>
                  <a:moveTo>
                    <a:pt x="117095" y="64771"/>
                  </a:moveTo>
                  <a:lnTo>
                    <a:pt x="80773" y="166373"/>
                  </a:lnTo>
                  <a:lnTo>
                    <a:pt x="79122" y="165738"/>
                  </a:lnTo>
                  <a:lnTo>
                    <a:pt x="153671" y="165611"/>
                  </a:lnTo>
                  <a:lnTo>
                    <a:pt x="152020" y="166119"/>
                  </a:lnTo>
                  <a:lnTo>
                    <a:pt x="117095" y="6477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912757" y="5234483"/>
            <a:ext cx="192700" cy="288760"/>
            <a:chOff x="0" y="0"/>
            <a:chExt cx="192697" cy="288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2658" cy="288793"/>
            </a:xfrm>
            <a:custGeom>
              <a:avLst/>
              <a:gdLst/>
              <a:ahLst/>
              <a:cxnLst/>
              <a:rect r="r" b="b" t="t" l="l"/>
              <a:pathLst>
                <a:path h="288793" w="192658">
                  <a:moveTo>
                    <a:pt x="161543" y="288793"/>
                  </a:moveTo>
                  <a:lnTo>
                    <a:pt x="35687" y="77215"/>
                  </a:lnTo>
                  <a:lnTo>
                    <a:pt x="35687" y="287396"/>
                  </a:lnTo>
                  <a:lnTo>
                    <a:pt x="0" y="287396"/>
                  </a:lnTo>
                  <a:lnTo>
                    <a:pt x="0" y="8509"/>
                  </a:lnTo>
                  <a:lnTo>
                    <a:pt x="15240" y="4064"/>
                  </a:lnTo>
                  <a:lnTo>
                    <a:pt x="31623" y="0"/>
                  </a:lnTo>
                  <a:lnTo>
                    <a:pt x="100456" y="116330"/>
                  </a:lnTo>
                  <a:lnTo>
                    <a:pt x="156971" y="211198"/>
                  </a:lnTo>
                  <a:lnTo>
                    <a:pt x="156971" y="127"/>
                  </a:lnTo>
                  <a:lnTo>
                    <a:pt x="192658" y="127"/>
                  </a:lnTo>
                  <a:lnTo>
                    <a:pt x="192658" y="279650"/>
                  </a:lnTo>
                  <a:lnTo>
                    <a:pt x="177164" y="284603"/>
                  </a:lnTo>
                  <a:lnTo>
                    <a:pt x="161670" y="288793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254542" y="5230530"/>
            <a:ext cx="186566" cy="296113"/>
            <a:chOff x="0" y="0"/>
            <a:chExt cx="186576" cy="29611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6569" cy="296159"/>
            </a:xfrm>
            <a:custGeom>
              <a:avLst/>
              <a:gdLst/>
              <a:ahLst/>
              <a:cxnLst/>
              <a:rect r="r" b="b" t="t" l="l"/>
              <a:pathLst>
                <a:path h="296159" w="186569">
                  <a:moveTo>
                    <a:pt x="156215" y="296159"/>
                  </a:moveTo>
                  <a:lnTo>
                    <a:pt x="99317" y="208150"/>
                  </a:lnTo>
                  <a:lnTo>
                    <a:pt x="57787" y="143635"/>
                  </a:lnTo>
                  <a:lnTo>
                    <a:pt x="35688" y="164462"/>
                  </a:lnTo>
                  <a:lnTo>
                    <a:pt x="35688" y="290571"/>
                  </a:lnTo>
                  <a:lnTo>
                    <a:pt x="0" y="290571"/>
                  </a:lnTo>
                  <a:lnTo>
                    <a:pt x="0" y="3302"/>
                  </a:lnTo>
                  <a:lnTo>
                    <a:pt x="35688" y="3302"/>
                  </a:lnTo>
                  <a:lnTo>
                    <a:pt x="35688" y="115441"/>
                  </a:lnTo>
                  <a:lnTo>
                    <a:pt x="79885" y="73532"/>
                  </a:lnTo>
                  <a:lnTo>
                    <a:pt x="157866" y="0"/>
                  </a:lnTo>
                  <a:lnTo>
                    <a:pt x="170820" y="12319"/>
                  </a:lnTo>
                  <a:lnTo>
                    <a:pt x="182759" y="25400"/>
                  </a:lnTo>
                  <a:lnTo>
                    <a:pt x="104524" y="99693"/>
                  </a:lnTo>
                  <a:lnTo>
                    <a:pt x="84585" y="118489"/>
                  </a:lnTo>
                  <a:lnTo>
                    <a:pt x="129798" y="188973"/>
                  </a:lnTo>
                  <a:lnTo>
                    <a:pt x="186569" y="277364"/>
                  </a:lnTo>
                  <a:lnTo>
                    <a:pt x="171201" y="286000"/>
                  </a:lnTo>
                  <a:lnTo>
                    <a:pt x="156215" y="296032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777332" y="5229863"/>
            <a:ext cx="210236" cy="295265"/>
            <a:chOff x="0" y="0"/>
            <a:chExt cx="210236" cy="295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0061" cy="295281"/>
            </a:xfrm>
            <a:custGeom>
              <a:avLst/>
              <a:gdLst/>
              <a:ahLst/>
              <a:cxnLst/>
              <a:rect r="r" b="b" t="t" l="l"/>
              <a:pathLst>
                <a:path h="295281" w="210061">
                  <a:moveTo>
                    <a:pt x="121667" y="295281"/>
                  </a:moveTo>
                  <a:lnTo>
                    <a:pt x="85853" y="295281"/>
                  </a:lnTo>
                  <a:lnTo>
                    <a:pt x="85853" y="167262"/>
                  </a:lnTo>
                  <a:lnTo>
                    <a:pt x="45594" y="97919"/>
                  </a:lnTo>
                  <a:lnTo>
                    <a:pt x="0" y="17399"/>
                  </a:lnTo>
                  <a:lnTo>
                    <a:pt x="15367" y="9017"/>
                  </a:lnTo>
                  <a:lnTo>
                    <a:pt x="31115" y="0"/>
                  </a:lnTo>
                  <a:lnTo>
                    <a:pt x="71248" y="70105"/>
                  </a:lnTo>
                  <a:lnTo>
                    <a:pt x="104014" y="127002"/>
                  </a:lnTo>
                  <a:lnTo>
                    <a:pt x="138051" y="70105"/>
                  </a:lnTo>
                  <a:lnTo>
                    <a:pt x="179072" y="0"/>
                  </a:lnTo>
                  <a:lnTo>
                    <a:pt x="194566" y="9017"/>
                  </a:lnTo>
                  <a:lnTo>
                    <a:pt x="210061" y="17399"/>
                  </a:lnTo>
                  <a:lnTo>
                    <a:pt x="161927" y="97919"/>
                  </a:lnTo>
                  <a:lnTo>
                    <a:pt x="121413" y="166627"/>
                  </a:lnTo>
                  <a:lnTo>
                    <a:pt x="121413" y="295281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115955" y="5233073"/>
            <a:ext cx="237192" cy="290560"/>
            <a:chOff x="0" y="0"/>
            <a:chExt cx="237198" cy="2905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7111" cy="290571"/>
            </a:xfrm>
            <a:custGeom>
              <a:avLst/>
              <a:gdLst/>
              <a:ahLst/>
              <a:cxnLst/>
              <a:rect r="r" b="b" t="t" l="l"/>
              <a:pathLst>
                <a:path h="290571" w="237111">
                  <a:moveTo>
                    <a:pt x="118746" y="290571"/>
                  </a:moveTo>
                  <a:cubicBezTo>
                    <a:pt x="114428" y="290571"/>
                    <a:pt x="110237" y="290317"/>
                    <a:pt x="106173" y="289682"/>
                  </a:cubicBezTo>
                  <a:cubicBezTo>
                    <a:pt x="102109" y="289047"/>
                    <a:pt x="98045" y="288412"/>
                    <a:pt x="94235" y="287650"/>
                  </a:cubicBezTo>
                  <a:cubicBezTo>
                    <a:pt x="90044" y="286634"/>
                    <a:pt x="85980" y="285237"/>
                    <a:pt x="82170" y="283840"/>
                  </a:cubicBezTo>
                  <a:cubicBezTo>
                    <a:pt x="78360" y="282443"/>
                    <a:pt x="74550" y="280665"/>
                    <a:pt x="70867" y="278760"/>
                  </a:cubicBezTo>
                  <a:cubicBezTo>
                    <a:pt x="67311" y="276728"/>
                    <a:pt x="63882" y="274569"/>
                    <a:pt x="60452" y="272283"/>
                  </a:cubicBezTo>
                  <a:cubicBezTo>
                    <a:pt x="57023" y="269997"/>
                    <a:pt x="53975" y="267457"/>
                    <a:pt x="51054" y="264790"/>
                  </a:cubicBezTo>
                  <a:cubicBezTo>
                    <a:pt x="47752" y="262377"/>
                    <a:pt x="44577" y="259456"/>
                    <a:pt x="41783" y="256282"/>
                  </a:cubicBezTo>
                  <a:cubicBezTo>
                    <a:pt x="38989" y="253107"/>
                    <a:pt x="36068" y="249805"/>
                    <a:pt x="33274" y="246376"/>
                  </a:cubicBezTo>
                  <a:cubicBezTo>
                    <a:pt x="27940" y="239645"/>
                    <a:pt x="23241" y="232406"/>
                    <a:pt x="19050" y="224786"/>
                  </a:cubicBezTo>
                  <a:cubicBezTo>
                    <a:pt x="14859" y="217166"/>
                    <a:pt x="11557" y="208784"/>
                    <a:pt x="8763" y="200149"/>
                  </a:cubicBezTo>
                  <a:cubicBezTo>
                    <a:pt x="5842" y="191259"/>
                    <a:pt x="3556" y="182369"/>
                    <a:pt x="2159" y="173225"/>
                  </a:cubicBezTo>
                  <a:cubicBezTo>
                    <a:pt x="762" y="164081"/>
                    <a:pt x="0" y="154810"/>
                    <a:pt x="0" y="145412"/>
                  </a:cubicBezTo>
                  <a:cubicBezTo>
                    <a:pt x="0" y="136015"/>
                    <a:pt x="762" y="126363"/>
                    <a:pt x="2159" y="117346"/>
                  </a:cubicBezTo>
                  <a:cubicBezTo>
                    <a:pt x="3556" y="108329"/>
                    <a:pt x="5842" y="99312"/>
                    <a:pt x="8763" y="90422"/>
                  </a:cubicBezTo>
                  <a:cubicBezTo>
                    <a:pt x="11557" y="81914"/>
                    <a:pt x="14986" y="73913"/>
                    <a:pt x="19050" y="66166"/>
                  </a:cubicBezTo>
                  <a:cubicBezTo>
                    <a:pt x="23114" y="58419"/>
                    <a:pt x="27940" y="51053"/>
                    <a:pt x="33274" y="44195"/>
                  </a:cubicBezTo>
                  <a:cubicBezTo>
                    <a:pt x="36068" y="40766"/>
                    <a:pt x="38862" y="37591"/>
                    <a:pt x="41783" y="34416"/>
                  </a:cubicBezTo>
                  <a:cubicBezTo>
                    <a:pt x="44704" y="31241"/>
                    <a:pt x="47879" y="28448"/>
                    <a:pt x="51054" y="26035"/>
                  </a:cubicBezTo>
                  <a:cubicBezTo>
                    <a:pt x="53975" y="23241"/>
                    <a:pt x="57150" y="20701"/>
                    <a:pt x="60579" y="18415"/>
                  </a:cubicBezTo>
                  <a:cubicBezTo>
                    <a:pt x="64009" y="16129"/>
                    <a:pt x="67438" y="13970"/>
                    <a:pt x="70867" y="11938"/>
                  </a:cubicBezTo>
                  <a:cubicBezTo>
                    <a:pt x="74677" y="10033"/>
                    <a:pt x="78487" y="8255"/>
                    <a:pt x="82297" y="6731"/>
                  </a:cubicBezTo>
                  <a:cubicBezTo>
                    <a:pt x="86107" y="5207"/>
                    <a:pt x="90171" y="3937"/>
                    <a:pt x="94362" y="2921"/>
                  </a:cubicBezTo>
                  <a:cubicBezTo>
                    <a:pt x="98299" y="2159"/>
                    <a:pt x="102236" y="1397"/>
                    <a:pt x="106300" y="889"/>
                  </a:cubicBezTo>
                  <a:cubicBezTo>
                    <a:pt x="110364" y="381"/>
                    <a:pt x="114555" y="0"/>
                    <a:pt x="118746" y="0"/>
                  </a:cubicBezTo>
                  <a:cubicBezTo>
                    <a:pt x="122937" y="0"/>
                    <a:pt x="127001" y="254"/>
                    <a:pt x="130938" y="889"/>
                  </a:cubicBezTo>
                  <a:cubicBezTo>
                    <a:pt x="134875" y="1524"/>
                    <a:pt x="138812" y="2032"/>
                    <a:pt x="142749" y="2921"/>
                  </a:cubicBezTo>
                  <a:cubicBezTo>
                    <a:pt x="146940" y="3937"/>
                    <a:pt x="151004" y="5334"/>
                    <a:pt x="154814" y="6731"/>
                  </a:cubicBezTo>
                  <a:cubicBezTo>
                    <a:pt x="158624" y="8128"/>
                    <a:pt x="162434" y="9906"/>
                    <a:pt x="166244" y="11938"/>
                  </a:cubicBezTo>
                  <a:cubicBezTo>
                    <a:pt x="169673" y="13970"/>
                    <a:pt x="173102" y="16129"/>
                    <a:pt x="176531" y="18415"/>
                  </a:cubicBezTo>
                  <a:cubicBezTo>
                    <a:pt x="179960" y="20701"/>
                    <a:pt x="183262" y="23241"/>
                    <a:pt x="186184" y="26162"/>
                  </a:cubicBezTo>
                  <a:cubicBezTo>
                    <a:pt x="189359" y="28575"/>
                    <a:pt x="192280" y="31368"/>
                    <a:pt x="195201" y="34416"/>
                  </a:cubicBezTo>
                  <a:cubicBezTo>
                    <a:pt x="198122" y="37464"/>
                    <a:pt x="201043" y="40766"/>
                    <a:pt x="203837" y="44195"/>
                  </a:cubicBezTo>
                  <a:cubicBezTo>
                    <a:pt x="209171" y="51180"/>
                    <a:pt x="213743" y="58546"/>
                    <a:pt x="217934" y="66166"/>
                  </a:cubicBezTo>
                  <a:cubicBezTo>
                    <a:pt x="222125" y="73786"/>
                    <a:pt x="225554" y="81914"/>
                    <a:pt x="228348" y="90422"/>
                  </a:cubicBezTo>
                  <a:cubicBezTo>
                    <a:pt x="234190" y="107948"/>
                    <a:pt x="237111" y="126236"/>
                    <a:pt x="237111" y="145412"/>
                  </a:cubicBezTo>
                  <a:cubicBezTo>
                    <a:pt x="237111" y="164589"/>
                    <a:pt x="234190" y="182623"/>
                    <a:pt x="228348" y="200149"/>
                  </a:cubicBezTo>
                  <a:cubicBezTo>
                    <a:pt x="225427" y="208784"/>
                    <a:pt x="221998" y="216912"/>
                    <a:pt x="217934" y="224532"/>
                  </a:cubicBezTo>
                  <a:cubicBezTo>
                    <a:pt x="213870" y="232152"/>
                    <a:pt x="209171" y="239391"/>
                    <a:pt x="203837" y="246249"/>
                  </a:cubicBezTo>
                  <a:cubicBezTo>
                    <a:pt x="200916" y="249678"/>
                    <a:pt x="197995" y="252853"/>
                    <a:pt x="195201" y="256028"/>
                  </a:cubicBezTo>
                  <a:cubicBezTo>
                    <a:pt x="192407" y="259202"/>
                    <a:pt x="189232" y="261996"/>
                    <a:pt x="186184" y="264536"/>
                  </a:cubicBezTo>
                  <a:cubicBezTo>
                    <a:pt x="183135" y="267203"/>
                    <a:pt x="179960" y="269743"/>
                    <a:pt x="176531" y="272029"/>
                  </a:cubicBezTo>
                  <a:cubicBezTo>
                    <a:pt x="173102" y="274315"/>
                    <a:pt x="169673" y="276474"/>
                    <a:pt x="166117" y="278506"/>
                  </a:cubicBezTo>
                  <a:cubicBezTo>
                    <a:pt x="162434" y="280411"/>
                    <a:pt x="158624" y="282062"/>
                    <a:pt x="154814" y="283586"/>
                  </a:cubicBezTo>
                  <a:cubicBezTo>
                    <a:pt x="151004" y="285110"/>
                    <a:pt x="146940" y="286380"/>
                    <a:pt x="142749" y="287396"/>
                  </a:cubicBezTo>
                  <a:cubicBezTo>
                    <a:pt x="138939" y="288158"/>
                    <a:pt x="135002" y="288920"/>
                    <a:pt x="130938" y="289428"/>
                  </a:cubicBezTo>
                  <a:cubicBezTo>
                    <a:pt x="126874" y="289936"/>
                    <a:pt x="122937" y="290317"/>
                    <a:pt x="118746" y="290317"/>
                  </a:cubicBezTo>
                  <a:close/>
                  <a:moveTo>
                    <a:pt x="118746" y="35432"/>
                  </a:moveTo>
                  <a:cubicBezTo>
                    <a:pt x="107316" y="35432"/>
                    <a:pt x="96648" y="38226"/>
                    <a:pt x="86742" y="43687"/>
                  </a:cubicBezTo>
                  <a:cubicBezTo>
                    <a:pt x="76836" y="49148"/>
                    <a:pt x="67946" y="57276"/>
                    <a:pt x="60325" y="67309"/>
                  </a:cubicBezTo>
                  <a:cubicBezTo>
                    <a:pt x="52705" y="77342"/>
                    <a:pt x="46736" y="89025"/>
                    <a:pt x="42291" y="102233"/>
                  </a:cubicBezTo>
                  <a:cubicBezTo>
                    <a:pt x="37846" y="115441"/>
                    <a:pt x="35560" y="129919"/>
                    <a:pt x="35560" y="145285"/>
                  </a:cubicBezTo>
                  <a:cubicBezTo>
                    <a:pt x="35560" y="160652"/>
                    <a:pt x="37846" y="174876"/>
                    <a:pt x="42291" y="188211"/>
                  </a:cubicBezTo>
                  <a:cubicBezTo>
                    <a:pt x="46736" y="201545"/>
                    <a:pt x="52705" y="213102"/>
                    <a:pt x="60325" y="223008"/>
                  </a:cubicBezTo>
                  <a:cubicBezTo>
                    <a:pt x="67946" y="232914"/>
                    <a:pt x="76836" y="240915"/>
                    <a:pt x="86742" y="246503"/>
                  </a:cubicBezTo>
                  <a:cubicBezTo>
                    <a:pt x="96648" y="252091"/>
                    <a:pt x="107316" y="254885"/>
                    <a:pt x="118746" y="254885"/>
                  </a:cubicBezTo>
                  <a:cubicBezTo>
                    <a:pt x="129922" y="254885"/>
                    <a:pt x="140463" y="252091"/>
                    <a:pt x="150369" y="246503"/>
                  </a:cubicBezTo>
                  <a:cubicBezTo>
                    <a:pt x="160275" y="240915"/>
                    <a:pt x="169038" y="233041"/>
                    <a:pt x="176658" y="223008"/>
                  </a:cubicBezTo>
                  <a:cubicBezTo>
                    <a:pt x="184278" y="212975"/>
                    <a:pt x="190248" y="201418"/>
                    <a:pt x="194820" y="188211"/>
                  </a:cubicBezTo>
                  <a:cubicBezTo>
                    <a:pt x="199392" y="175003"/>
                    <a:pt x="201551" y="160652"/>
                    <a:pt x="201551" y="145285"/>
                  </a:cubicBezTo>
                  <a:cubicBezTo>
                    <a:pt x="201551" y="129919"/>
                    <a:pt x="199265" y="115441"/>
                    <a:pt x="194820" y="102233"/>
                  </a:cubicBezTo>
                  <a:cubicBezTo>
                    <a:pt x="190375" y="89025"/>
                    <a:pt x="184278" y="77342"/>
                    <a:pt x="176658" y="67309"/>
                  </a:cubicBezTo>
                  <a:cubicBezTo>
                    <a:pt x="169038" y="57276"/>
                    <a:pt x="160275" y="49402"/>
                    <a:pt x="150369" y="43941"/>
                  </a:cubicBezTo>
                  <a:cubicBezTo>
                    <a:pt x="140463" y="38480"/>
                    <a:pt x="129922" y="35686"/>
                    <a:pt x="118746" y="35686"/>
                  </a:cubicBez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500593" y="5235521"/>
            <a:ext cx="196653" cy="289798"/>
            <a:chOff x="0" y="0"/>
            <a:chExt cx="196660" cy="28980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6852" cy="289941"/>
            </a:xfrm>
            <a:custGeom>
              <a:avLst/>
              <a:gdLst/>
              <a:ahLst/>
              <a:cxnLst/>
              <a:rect r="r" b="b" t="t" l="l"/>
              <a:pathLst>
                <a:path h="289941" w="196852">
                  <a:moveTo>
                    <a:pt x="98426" y="289814"/>
                  </a:moveTo>
                  <a:cubicBezTo>
                    <a:pt x="91314" y="289814"/>
                    <a:pt x="84456" y="289179"/>
                    <a:pt x="77725" y="288036"/>
                  </a:cubicBezTo>
                  <a:cubicBezTo>
                    <a:pt x="70994" y="286893"/>
                    <a:pt x="64898" y="285115"/>
                    <a:pt x="58929" y="282829"/>
                  </a:cubicBezTo>
                  <a:cubicBezTo>
                    <a:pt x="52960" y="280543"/>
                    <a:pt x="47245" y="277622"/>
                    <a:pt x="42037" y="274193"/>
                  </a:cubicBezTo>
                  <a:cubicBezTo>
                    <a:pt x="36830" y="270764"/>
                    <a:pt x="32004" y="266700"/>
                    <a:pt x="27559" y="262128"/>
                  </a:cubicBezTo>
                  <a:cubicBezTo>
                    <a:pt x="23114" y="257556"/>
                    <a:pt x="18923" y="252603"/>
                    <a:pt x="15494" y="247015"/>
                  </a:cubicBezTo>
                  <a:cubicBezTo>
                    <a:pt x="12065" y="241427"/>
                    <a:pt x="9144" y="235331"/>
                    <a:pt x="6858" y="228727"/>
                  </a:cubicBezTo>
                  <a:cubicBezTo>
                    <a:pt x="2286" y="216027"/>
                    <a:pt x="0" y="201930"/>
                    <a:pt x="0" y="186309"/>
                  </a:cubicBezTo>
                  <a:lnTo>
                    <a:pt x="0" y="0"/>
                  </a:lnTo>
                  <a:lnTo>
                    <a:pt x="35687" y="0"/>
                  </a:lnTo>
                  <a:lnTo>
                    <a:pt x="35687" y="186309"/>
                  </a:lnTo>
                  <a:cubicBezTo>
                    <a:pt x="35687" y="197104"/>
                    <a:pt x="37084" y="206756"/>
                    <a:pt x="39878" y="215265"/>
                  </a:cubicBezTo>
                  <a:cubicBezTo>
                    <a:pt x="42672" y="223774"/>
                    <a:pt x="46864" y="230759"/>
                    <a:pt x="52325" y="236601"/>
                  </a:cubicBezTo>
                  <a:cubicBezTo>
                    <a:pt x="57786" y="242443"/>
                    <a:pt x="64136" y="246634"/>
                    <a:pt x="71756" y="249682"/>
                  </a:cubicBezTo>
                  <a:cubicBezTo>
                    <a:pt x="79376" y="252730"/>
                    <a:pt x="88393" y="254254"/>
                    <a:pt x="98553" y="254254"/>
                  </a:cubicBezTo>
                  <a:cubicBezTo>
                    <a:pt x="108205" y="254254"/>
                    <a:pt x="116968" y="252730"/>
                    <a:pt x="124588" y="249555"/>
                  </a:cubicBezTo>
                  <a:cubicBezTo>
                    <a:pt x="132208" y="246380"/>
                    <a:pt x="138812" y="241935"/>
                    <a:pt x="144147" y="236220"/>
                  </a:cubicBezTo>
                  <a:cubicBezTo>
                    <a:pt x="149608" y="230124"/>
                    <a:pt x="153799" y="223012"/>
                    <a:pt x="156720" y="214757"/>
                  </a:cubicBezTo>
                  <a:cubicBezTo>
                    <a:pt x="159641" y="206502"/>
                    <a:pt x="161165" y="196977"/>
                    <a:pt x="161165" y="186309"/>
                  </a:cubicBezTo>
                  <a:lnTo>
                    <a:pt x="161165" y="0"/>
                  </a:lnTo>
                  <a:lnTo>
                    <a:pt x="196852" y="0"/>
                  </a:lnTo>
                  <a:lnTo>
                    <a:pt x="196852" y="186309"/>
                  </a:lnTo>
                  <a:cubicBezTo>
                    <a:pt x="196852" y="193802"/>
                    <a:pt x="196344" y="201041"/>
                    <a:pt x="195201" y="208026"/>
                  </a:cubicBezTo>
                  <a:cubicBezTo>
                    <a:pt x="194058" y="215011"/>
                    <a:pt x="192407" y="221488"/>
                    <a:pt x="190248" y="227584"/>
                  </a:cubicBezTo>
                  <a:cubicBezTo>
                    <a:pt x="185295" y="240665"/>
                    <a:pt x="178437" y="251968"/>
                    <a:pt x="169420" y="261366"/>
                  </a:cubicBezTo>
                  <a:cubicBezTo>
                    <a:pt x="164848" y="265938"/>
                    <a:pt x="160022" y="270002"/>
                    <a:pt x="154815" y="273685"/>
                  </a:cubicBezTo>
                  <a:cubicBezTo>
                    <a:pt x="149608" y="277368"/>
                    <a:pt x="144020" y="280162"/>
                    <a:pt x="138050" y="282575"/>
                  </a:cubicBezTo>
                  <a:cubicBezTo>
                    <a:pt x="125604" y="287528"/>
                    <a:pt x="112396" y="289941"/>
                    <a:pt x="98680" y="289941"/>
                  </a:cubicBezTo>
                  <a:close/>
                </a:path>
              </a:pathLst>
            </a:custGeom>
            <a:solidFill>
              <a:srgbClr val="00E5FF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3631301" y="563023"/>
            <a:ext cx="3612147" cy="63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1"/>
              </a:lnSpc>
            </a:pPr>
            <a:r>
              <a:rPr lang="en-US" sz="3508" spc="66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CONCLUSION 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25286" y="1698641"/>
            <a:ext cx="8391230" cy="47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754" spc="-8">
                <a:solidFill>
                  <a:srgbClr val="AABBCC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RapidResQ demonstrates how intelligent automation and real-time coordination</a:t>
            </a:r>
          </a:p>
          <a:p>
            <a:pPr algn="ctr">
              <a:lnSpc>
                <a:spcPts val="1871"/>
              </a:lnSpc>
            </a:pPr>
            <a:r>
              <a:rPr lang="en-US" sz="1754" spc="-8">
                <a:solidFill>
                  <a:srgbClr val="AABBCC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transform emergency response — improving outcomes and potentially saving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101647" y="2097615"/>
            <a:ext cx="541134" cy="31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754" spc="-24">
                <a:solidFill>
                  <a:srgbClr val="AABBCC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lives. 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042240" y="2986135"/>
            <a:ext cx="355349" cy="50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✓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196598" y="2958055"/>
            <a:ext cx="931012" cy="53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↓ 40% 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760974" y="3496704"/>
            <a:ext cx="41338" cy="2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1029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161976" y="3478463"/>
            <a:ext cx="41338" cy="23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1029">
                <a:solidFill>
                  <a:srgbClr val="8899AA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383825" y="2924127"/>
            <a:ext cx="900713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3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572" spc="-3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72" spc="-3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</a:t>
            </a:r>
            <a:r>
              <a:rPr lang="en-US" sz="2572" spc="-3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72" spc="-3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TO 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918502" y="3478463"/>
            <a:ext cx="41338" cy="23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>
                <a:solidFill>
                  <a:srgbClr val="8899AA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274015" y="2924127"/>
            <a:ext cx="764372" cy="45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spc="-3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360° 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016613" y="3478463"/>
            <a:ext cx="41338" cy="23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>
                <a:solidFill>
                  <a:srgbClr val="8899AA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062934" y="3496704"/>
            <a:ext cx="1120283" cy="2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7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Response</a:t>
            </a:r>
            <a:r>
              <a:rPr lang="en-US" sz="1286" spc="-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286" spc="-7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294719" y="3496704"/>
            <a:ext cx="634127" cy="2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-18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Di</a:t>
            </a:r>
            <a:r>
              <a:rPr lang="en-US" sz="128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286" spc="-18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spat</a:t>
            </a:r>
            <a:r>
              <a:rPr lang="en-US" sz="128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286" spc="-18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128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286" spc="-18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h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184909" y="3496704"/>
            <a:ext cx="841324" cy="2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86" spc="19">
                <a:solidFill>
                  <a:srgbClr val="8899AA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Monitoring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588466" y="4638618"/>
            <a:ext cx="5739565" cy="99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"/>
              </a:lnSpc>
            </a:pPr>
            <a:r>
              <a:rPr lang="en-US" sz="2169" i="true" spc="-30">
                <a:solidFill>
                  <a:srgbClr val="FF6D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"Every second matters during an emergency." </a:t>
            </a:r>
          </a:p>
          <a:p>
            <a:pPr algn="ctr">
              <a:lnSpc>
                <a:spcPts val="1520"/>
              </a:lnSpc>
            </a:pPr>
            <a:r>
              <a:rPr lang="en-US" sz="3040" spc="88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THANK YOU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DAHLBhTYJCQ</dc:identifier>
  <dcterms:modified xsi:type="dcterms:W3CDTF">2011-08-01T06:04:30Z</dcterms:modified>
  <cp:revision>1</cp:revision>
  <dc:title>RapidResQ.pdf</dc:title>
</cp:coreProperties>
</file>